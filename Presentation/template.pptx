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>
      <p:cViewPr varScale="1">
        <p:scale>
          <a:sx n="99" d="100"/>
          <a:sy n="99" d="100"/>
        </p:scale>
        <p:origin x="19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BAEA9-7597-8470-05FB-2FF5A3A27C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F04DB-2AA2-EFDF-91F0-1DEB153D70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k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6AB6E-08C3-CB17-6BEC-496E916A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33D9B-80BB-0288-3B42-BE7708D4D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C9270-00E1-175C-AD1B-106F753E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972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6D76-CD16-81A6-7352-D14EACD3A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F0AD1-BE20-6AE6-D689-6FF6CFFCB4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4D594-6195-08DC-1A96-3F7F56877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A7AC8-2F55-14DD-FC89-45E7FCBEC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50E4-2E39-0E3A-0BC3-BE2052E54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071211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D91D4-0BC2-86B0-1E39-1B0418B29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4A7541-8DF9-5F75-BFBD-E361695F0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549BC-E5C9-A91C-0F69-C0A0743BB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E74CB0-FEDD-C4EC-A20E-EC0A94DA3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95BD2B-6CF8-540D-EF5B-8B943D03F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5491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D071D-4133-0D1F-6CC3-19476428A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BB077-22BF-6B29-9104-DFE268056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1D177-CF96-E6C0-8B84-D258773701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CF700-529C-CE18-B3D9-C74C03EC4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B34D74-249E-4240-4FF8-D41862B26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127AA-00BB-96D3-5E99-06EC0EB8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80823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6B665-DF40-8542-A098-542DB44C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2EFE9-45DD-F015-16A9-30D4541DD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B4CC68-09E8-8232-E5F8-6C59645B5E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71DF11-9DF1-28E5-3651-8517C690B4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F0EDB7-98EF-8D80-366C-53B25B46AE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BB3992-F4BA-88FF-6266-01C5CDA40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36F494-D162-D509-AD2B-2877EF2E8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419BF3-3F55-BEF5-5F59-374B25ACC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751679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829F8-1F89-1619-4326-D093E5D18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A181C8-1FB0-2291-17FB-185F5D4C1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904B64-4E30-630B-E6B0-588A240B7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B9297-9456-9708-67C7-9E48EEAED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71188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78A011-8121-75F3-DF74-143533FA3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8443BF-D0C5-EDF9-9A44-EB03D3FF0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93EA5-649D-20B0-BFAE-28DC11914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748367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8D7F-463C-F818-B045-D7C1C99BC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FA822-2917-FD67-D7AB-C01B87289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16F953-1878-E9BA-5D73-83AE379A0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8AD21E-CF2D-C863-DE5A-105114131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07F18-1034-5E9D-6785-33673F16E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623491-37F5-CE44-3299-6ABA66F70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85900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5660-A9AE-19B6-6A77-BC8E3912F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C848F-CBA2-E312-2D8B-54B54C2C44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47AA4F-780B-2EA2-6DCD-992EFAA7A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34D0E-13FA-D830-83B0-093999981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D91EF-7049-1C2F-85B2-11E203A8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C58CCE-C48B-6247-7BBB-781B3C70E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66472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BA5F-2A31-EC9D-FBF5-6E9C828F6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D35CD8-B493-197E-E99A-EFF60501A1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6F3DA-C7A4-8F47-CEC7-A2DD929D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38C7BC-3F9A-E7EB-5566-974EABD5B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7F608-BEC6-57FD-6876-867C719DC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256537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C5A589-05BB-D1C9-AB7E-5CB337F179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819493-AB29-9B28-F387-9A3CE955E7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7B9A5-26AC-0777-048E-5D57BBB93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4364C-7FEC-2AA5-B519-4CD7ED54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84DA8-469C-4489-ECED-D58C3E17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67517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02EC3-1CA8-EC38-E27A-45D3DFD46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k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01C8B8-91A3-BDEA-5AE9-C8B0E8D6D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k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B8EA6-55A9-2AA2-EC8F-5A335D129C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279A2-8BD7-3348-A5D1-B8CCC9C544EB}" type="datetimeFigureOut">
              <a:rPr lang="sk-SK" smtClean="0"/>
              <a:t>9.1.2026</a:t>
            </a:fld>
            <a:endParaRPr lang="sk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04133-C67B-1BE9-6689-FA9B351693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EAB01-349B-B667-02A3-927C0B688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EF563-6F12-8A40-BEDC-63B56A58A656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31008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DC21F-F0DA-FC63-9463-E02F2638AF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FUTURE TODO</a:t>
            </a:r>
            <a:endParaRPr lang="sk-S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646640-D5BA-ADBC-F466-823100764A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k-SK" dirty="0"/>
              <a:t>I </a:t>
            </a:r>
            <a:r>
              <a:rPr lang="sk-SK" dirty="0" err="1"/>
              <a:t>add</a:t>
            </a:r>
            <a:r>
              <a:rPr lang="sk-SK" dirty="0"/>
              <a:t> </a:t>
            </a:r>
            <a:r>
              <a:rPr lang="sk-SK" dirty="0" err="1"/>
              <a:t>this</a:t>
            </a:r>
            <a:r>
              <a:rPr lang="sk-SK" dirty="0"/>
              <a:t> </a:t>
            </a:r>
            <a:r>
              <a:rPr lang="sk-SK" dirty="0" err="1"/>
              <a:t>after</a:t>
            </a:r>
            <a:r>
              <a:rPr lang="sk-SK" dirty="0"/>
              <a:t> </a:t>
            </a:r>
            <a:r>
              <a:rPr lang="sk-SK" dirty="0" err="1"/>
              <a:t>myself</a:t>
            </a:r>
            <a:r>
              <a:rPr lang="sk-SK" dirty="0"/>
              <a:t> BP </a:t>
            </a:r>
            <a:r>
              <a:rPr lang="sk-SK" dirty="0" err="1"/>
              <a:t>defence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409091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FUTURE 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Nazar Meredov</dc:creator>
  <cp:lastModifiedBy>Nazar Meredov</cp:lastModifiedBy>
  <cp:revision>1</cp:revision>
  <dcterms:created xsi:type="dcterms:W3CDTF">2026-01-09T22:20:00Z</dcterms:created>
  <dcterms:modified xsi:type="dcterms:W3CDTF">2026-01-09T22:21:00Z</dcterms:modified>
</cp:coreProperties>
</file>