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80" r:id="rId3"/>
    <p:sldId id="282" r:id="rId4"/>
    <p:sldId id="281" r:id="rId5"/>
    <p:sldId id="259" r:id="rId6"/>
    <p:sldId id="260" r:id="rId7"/>
    <p:sldId id="284" r:id="rId8"/>
    <p:sldId id="285" r:id="rId9"/>
    <p:sldId id="286" r:id="rId10"/>
    <p:sldId id="262" r:id="rId11"/>
    <p:sldId id="283" r:id="rId12"/>
    <p:sldId id="265" r:id="rId13"/>
    <p:sldId id="276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6F0054D-6D7A-264E-C330-56919A342806}" name="Nazar Meredov" initials="NM" userId="S::xmeredov@stuba.sk::b4d9f006-4ce1-418e-844e-eba4b1c3d4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6B6B"/>
    <a:srgbClr val="E7EAED"/>
    <a:srgbClr val="D9DBDE"/>
    <a:srgbClr val="CCD2D8"/>
    <a:srgbClr val="00B0F0"/>
    <a:srgbClr val="FCDA72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18E4EB-F7F9-B12D-FCD9-45A702AE48FE}" v="25" dt="2026-02-02T02:04:19.559"/>
    <p1510:client id="{224FC35A-5401-C00C-D6E3-A3C5BA705D2B}" v="62" dt="2026-02-02T13:39:12.806"/>
    <p1510:client id="{A55CA568-0772-ABF3-5AFD-A5BBCF7F8473}" v="77" dt="2026-02-02T13:57:42.3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1"/>
    <p:restoredTop sz="71977"/>
  </p:normalViewPr>
  <p:slideViewPr>
    <p:cSldViewPr snapToGrid="0">
      <p:cViewPr varScale="1">
        <p:scale>
          <a:sx n="98" d="100"/>
          <a:sy n="98" d="100"/>
        </p:scale>
        <p:origin x="1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ar Meredov" userId="S::xmeredov@stuba.sk::b4d9f006-4ce1-418e-844e-eba4b1c3d4d2" providerId="AD" clId="Web-{EA878D0C-0BA1-F8BE-1B28-E7BFA8774812}"/>
    <pc:docChg chg="modSld">
      <pc:chgData name="Nazar Meredov" userId="S::xmeredov@stuba.sk::b4d9f006-4ce1-418e-844e-eba4b1c3d4d2" providerId="AD" clId="Web-{EA878D0C-0BA1-F8BE-1B28-E7BFA8774812}" dt="2026-02-03T08:08:19.368" v="20"/>
      <pc:docMkLst>
        <pc:docMk/>
      </pc:docMkLst>
      <pc:sldChg chg="modNotes">
        <pc:chgData name="Nazar Meredov" userId="S::xmeredov@stuba.sk::b4d9f006-4ce1-418e-844e-eba4b1c3d4d2" providerId="AD" clId="Web-{EA878D0C-0BA1-F8BE-1B28-E7BFA8774812}" dt="2026-02-03T08:08:19.368" v="20"/>
        <pc:sldMkLst>
          <pc:docMk/>
          <pc:sldMk cId="1540846934" sldId="280"/>
        </pc:sldMkLst>
      </pc:sldChg>
    </pc:docChg>
  </pc:docChgLst>
  <pc:docChgLst>
    <pc:chgData name="Nazar Meredov" userId="S::xmeredov@stuba.sk::b4d9f006-4ce1-418e-844e-eba4b1c3d4d2" providerId="AD" clId="Web-{304F91BA-1888-2DE4-320D-851A054BB944}"/>
    <pc:docChg chg="addSld delSld modSld">
      <pc:chgData name="Nazar Meredov" userId="S::xmeredov@stuba.sk::b4d9f006-4ce1-418e-844e-eba4b1c3d4d2" providerId="AD" clId="Web-{304F91BA-1888-2DE4-320D-851A054BB944}" dt="2026-01-10T02:36:48.231" v="1805" actId="20577"/>
      <pc:docMkLst>
        <pc:docMk/>
      </pc:docMkLst>
      <pc:sldChg chg="addSp delSp modSp modNotes">
        <pc:chgData name="Nazar Meredov" userId="S::xmeredov@stuba.sk::b4d9f006-4ce1-418e-844e-eba4b1c3d4d2" providerId="AD" clId="Web-{304F91BA-1888-2DE4-320D-851A054BB944}" dt="2026-01-10T02:33:52.582" v="1735" actId="1076"/>
        <pc:sldMkLst>
          <pc:docMk/>
          <pc:sldMk cId="1617374812" sldId="259"/>
        </pc:sldMkLst>
        <pc:spChg chg="mod">
          <ac:chgData name="Nazar Meredov" userId="S::xmeredov@stuba.sk::b4d9f006-4ce1-418e-844e-eba4b1c3d4d2" providerId="AD" clId="Web-{304F91BA-1888-2DE4-320D-851A054BB944}" dt="2026-01-10T01:04:32.305" v="72" actId="20577"/>
          <ac:spMkLst>
            <pc:docMk/>
            <pc:sldMk cId="1617374812" sldId="259"/>
            <ac:spMk id="2" creationId="{0B097607-1A9A-8283-F3D8-2480215BD1AD}"/>
          </ac:spMkLst>
        </pc:spChg>
        <pc:spChg chg="mod">
          <ac:chgData name="Nazar Meredov" userId="S::xmeredov@stuba.sk::b4d9f006-4ce1-418e-844e-eba4b1c3d4d2" providerId="AD" clId="Web-{304F91BA-1888-2DE4-320D-851A054BB944}" dt="2026-01-10T02:33:50.114" v="1732" actId="1076"/>
          <ac:spMkLst>
            <pc:docMk/>
            <pc:sldMk cId="1617374812" sldId="259"/>
            <ac:spMk id="3" creationId="{035FE48F-C7A5-D637-38CF-A01CEE2EE34D}"/>
          </ac:spMkLst>
        </pc:spChg>
      </pc:sldChg>
      <pc:sldChg chg="addSp delSp modSp modNotes">
        <pc:chgData name="Nazar Meredov" userId="S::xmeredov@stuba.sk::b4d9f006-4ce1-418e-844e-eba4b1c3d4d2" providerId="AD" clId="Web-{304F91BA-1888-2DE4-320D-851A054BB944}" dt="2026-01-10T02:35:36.151" v="1781" actId="20577"/>
        <pc:sldMkLst>
          <pc:docMk/>
          <pc:sldMk cId="3020357040" sldId="260"/>
        </pc:sldMkLst>
        <pc:spChg chg="mod">
          <ac:chgData name="Nazar Meredov" userId="S::xmeredov@stuba.sk::b4d9f006-4ce1-418e-844e-eba4b1c3d4d2" providerId="AD" clId="Web-{304F91BA-1888-2DE4-320D-851A054BB944}" dt="2026-01-10T01:05:17.104" v="75" actId="20577"/>
          <ac:spMkLst>
            <pc:docMk/>
            <pc:sldMk cId="3020357040" sldId="260"/>
            <ac:spMk id="2" creationId="{96032389-CADB-2F86-B5F7-65FA73EF3F95}"/>
          </ac:spMkLst>
        </pc:spChg>
        <pc:spChg chg="add mod">
          <ac:chgData name="Nazar Meredov" userId="S::xmeredov@stuba.sk::b4d9f006-4ce1-418e-844e-eba4b1c3d4d2" providerId="AD" clId="Web-{304F91BA-1888-2DE4-320D-851A054BB944}" dt="2026-01-10T02:35:36.151" v="1781" actId="20577"/>
          <ac:spMkLst>
            <pc:docMk/>
            <pc:sldMk cId="3020357040" sldId="260"/>
            <ac:spMk id="8" creationId="{EF97D0AA-F1E7-422B-69F7-CD674244FD83}"/>
          </ac:spMkLst>
        </pc:spChg>
      </pc:sldChg>
      <pc:sldChg chg="addSp modSp modNotes">
        <pc:chgData name="Nazar Meredov" userId="S::xmeredov@stuba.sk::b4d9f006-4ce1-418e-844e-eba4b1c3d4d2" providerId="AD" clId="Web-{304F91BA-1888-2DE4-320D-851A054BB944}" dt="2026-01-10T02:36:48.231" v="1805" actId="20577"/>
        <pc:sldMkLst>
          <pc:docMk/>
          <pc:sldMk cId="3673452103" sldId="261"/>
        </pc:sldMkLst>
        <pc:spChg chg="mod">
          <ac:chgData name="Nazar Meredov" userId="S::xmeredov@stuba.sk::b4d9f006-4ce1-418e-844e-eba4b1c3d4d2" providerId="AD" clId="Web-{304F91BA-1888-2DE4-320D-851A054BB944}" dt="2026-01-10T01:06:58.215" v="82" actId="20577"/>
          <ac:spMkLst>
            <pc:docMk/>
            <pc:sldMk cId="3673452103" sldId="261"/>
            <ac:spMk id="2" creationId="{3AFEFB77-EB6B-9555-0AAA-2B93BCF4C119}"/>
          </ac:spMkLst>
        </pc:spChg>
      </pc:sldChg>
      <pc:sldChg chg="modSp">
        <pc:chgData name="Nazar Meredov" userId="S::xmeredov@stuba.sk::b4d9f006-4ce1-418e-844e-eba4b1c3d4d2" providerId="AD" clId="Web-{304F91BA-1888-2DE4-320D-851A054BB944}" dt="2026-01-10T01:07:39.216" v="89" actId="20577"/>
        <pc:sldMkLst>
          <pc:docMk/>
          <pc:sldMk cId="2441451465" sldId="262"/>
        </pc:sldMkLst>
        <pc:spChg chg="mod">
          <ac:chgData name="Nazar Meredov" userId="S::xmeredov@stuba.sk::b4d9f006-4ce1-418e-844e-eba4b1c3d4d2" providerId="AD" clId="Web-{304F91BA-1888-2DE4-320D-851A054BB944}" dt="2026-01-10T01:07:39.216" v="89" actId="20577"/>
          <ac:spMkLst>
            <pc:docMk/>
            <pc:sldMk cId="2441451465" sldId="262"/>
            <ac:spMk id="2" creationId="{84896620-6DF1-89C7-52C4-544AFEBE41E5}"/>
          </ac:spMkLst>
        </pc:spChg>
      </pc:sldChg>
      <pc:sldChg chg="modSp">
        <pc:chgData name="Nazar Meredov" userId="S::xmeredov@stuba.sk::b4d9f006-4ce1-418e-844e-eba4b1c3d4d2" providerId="AD" clId="Web-{304F91BA-1888-2DE4-320D-851A054BB944}" dt="2026-01-10T01:07:56.310" v="92" actId="20577"/>
        <pc:sldMkLst>
          <pc:docMk/>
          <pc:sldMk cId="3390374261" sldId="263"/>
        </pc:sldMkLst>
        <pc:spChg chg="mod">
          <ac:chgData name="Nazar Meredov" userId="S::xmeredov@stuba.sk::b4d9f006-4ce1-418e-844e-eba4b1c3d4d2" providerId="AD" clId="Web-{304F91BA-1888-2DE4-320D-851A054BB944}" dt="2026-01-10T01:07:56.310" v="92" actId="20577"/>
          <ac:spMkLst>
            <pc:docMk/>
            <pc:sldMk cId="3390374261" sldId="263"/>
            <ac:spMk id="2" creationId="{D92897F5-5DBA-E542-3716-929DD1A3D5F7}"/>
          </ac:spMkLst>
        </pc:spChg>
      </pc:sldChg>
      <pc:sldChg chg="modSp modNotes">
        <pc:chgData name="Nazar Meredov" userId="S::xmeredov@stuba.sk::b4d9f006-4ce1-418e-844e-eba4b1c3d4d2" providerId="AD" clId="Web-{304F91BA-1888-2DE4-320D-851A054BB944}" dt="2026-01-10T02:27:14.830" v="1651" actId="20577"/>
        <pc:sldMkLst>
          <pc:docMk/>
          <pc:sldMk cId="2742414154" sldId="265"/>
        </pc:sldMkLst>
        <pc:spChg chg="mod">
          <ac:chgData name="Nazar Meredov" userId="S::xmeredov@stuba.sk::b4d9f006-4ce1-418e-844e-eba4b1c3d4d2" providerId="AD" clId="Web-{304F91BA-1888-2DE4-320D-851A054BB944}" dt="2026-01-10T01:09:22.984" v="102" actId="20577"/>
          <ac:spMkLst>
            <pc:docMk/>
            <pc:sldMk cId="2742414154" sldId="265"/>
            <ac:spMk id="2" creationId="{E89F1A9F-E899-1E47-1D51-438A2FC81C33}"/>
          </ac:spMkLst>
        </pc:spChg>
        <pc:spChg chg="mod">
          <ac:chgData name="Nazar Meredov" userId="S::xmeredov@stuba.sk::b4d9f006-4ce1-418e-844e-eba4b1c3d4d2" providerId="AD" clId="Web-{304F91BA-1888-2DE4-320D-851A054BB944}" dt="2026-01-10T02:27:14.830" v="1651" actId="20577"/>
          <ac:spMkLst>
            <pc:docMk/>
            <pc:sldMk cId="2742414154" sldId="265"/>
            <ac:spMk id="3" creationId="{E1B80716-AC44-E6BE-1A33-8A0D7A6F3FDF}"/>
          </ac:spMkLst>
        </pc:spChg>
        <pc:spChg chg="mod">
          <ac:chgData name="Nazar Meredov" userId="S::xmeredov@stuba.sk::b4d9f006-4ce1-418e-844e-eba4b1c3d4d2" providerId="AD" clId="Web-{304F91BA-1888-2DE4-320D-851A054BB944}" dt="2026-01-10T02:04:46.816" v="1434" actId="20577"/>
          <ac:spMkLst>
            <pc:docMk/>
            <pc:sldMk cId="2742414154" sldId="265"/>
            <ac:spMk id="7" creationId="{2A326536-F439-DDE9-0F1B-705107A3A91F}"/>
          </ac:spMkLst>
        </pc:spChg>
      </pc:sldChg>
      <pc:sldChg chg="addSp delSp modSp add replId">
        <pc:chgData name="Nazar Meredov" userId="S::xmeredov@stuba.sk::b4d9f006-4ce1-418e-844e-eba4b1c3d4d2" providerId="AD" clId="Web-{304F91BA-1888-2DE4-320D-851A054BB944}" dt="2026-01-10T02:14:07.641" v="1508"/>
        <pc:sldMkLst>
          <pc:docMk/>
          <pc:sldMk cId="3929833672" sldId="269"/>
        </pc:sldMkLst>
      </pc:sldChg>
      <pc:sldChg chg="addSp delSp modSp add replId">
        <pc:chgData name="Nazar Meredov" userId="S::xmeredov@stuba.sk::b4d9f006-4ce1-418e-844e-eba4b1c3d4d2" providerId="AD" clId="Web-{304F91BA-1888-2DE4-320D-851A054BB944}" dt="2026-01-10T02:11:20.808" v="1476" actId="1076"/>
        <pc:sldMkLst>
          <pc:docMk/>
          <pc:sldMk cId="2644346514" sldId="270"/>
        </pc:sldMkLst>
      </pc:sldChg>
      <pc:sldChg chg="addSp delSp modSp add replId">
        <pc:chgData name="Nazar Meredov" userId="S::xmeredov@stuba.sk::b4d9f006-4ce1-418e-844e-eba4b1c3d4d2" providerId="AD" clId="Web-{304F91BA-1888-2DE4-320D-851A054BB944}" dt="2026-01-10T02:12:44.061" v="1499" actId="1076"/>
        <pc:sldMkLst>
          <pc:docMk/>
          <pc:sldMk cId="1858764050" sldId="271"/>
        </pc:sldMkLst>
      </pc:sldChg>
      <pc:sldChg chg="addSp delSp modSp add replId">
        <pc:chgData name="Nazar Meredov" userId="S::xmeredov@stuba.sk::b4d9f006-4ce1-418e-844e-eba4b1c3d4d2" providerId="AD" clId="Web-{304F91BA-1888-2DE4-320D-851A054BB944}" dt="2026-01-10T02:12:52.233" v="1502" actId="1076"/>
        <pc:sldMkLst>
          <pc:docMk/>
          <pc:sldMk cId="542723464" sldId="272"/>
        </pc:sldMkLst>
      </pc:sldChg>
      <pc:sldChg chg="add replId">
        <pc:chgData name="Nazar Meredov" userId="S::xmeredov@stuba.sk::b4d9f006-4ce1-418e-844e-eba4b1c3d4d2" providerId="AD" clId="Web-{304F91BA-1888-2DE4-320D-851A054BB944}" dt="2026-01-10T02:14:02.860" v="1506"/>
        <pc:sldMkLst>
          <pc:docMk/>
          <pc:sldMk cId="234977528" sldId="273"/>
        </pc:sldMkLst>
      </pc:sldChg>
    </pc:docChg>
  </pc:docChgLst>
  <pc:docChgLst>
    <pc:chgData name="Nazar Meredov" userId="S::xmeredov@stuba.sk::b4d9f006-4ce1-418e-844e-eba4b1c3d4d2" providerId="AD" clId="Web-{ECC74B78-0E71-2406-3E2C-A7542BF63AA0}"/>
    <pc:docChg chg="modSld">
      <pc:chgData name="Nazar Meredov" userId="S::xmeredov@stuba.sk::b4d9f006-4ce1-418e-844e-eba4b1c3d4d2" providerId="AD" clId="Web-{ECC74B78-0E71-2406-3E2C-A7542BF63AA0}" dt="2026-02-01T00:15:04.828" v="58"/>
      <pc:docMkLst>
        <pc:docMk/>
      </pc:docMkLst>
      <pc:sldChg chg="modSp">
        <pc:chgData name="Nazar Meredov" userId="S::xmeredov@stuba.sk::b4d9f006-4ce1-418e-844e-eba4b1c3d4d2" providerId="AD" clId="Web-{ECC74B78-0E71-2406-3E2C-A7542BF63AA0}" dt="2026-01-29T11:03:36.193" v="0" actId="20577"/>
        <pc:sldMkLst>
          <pc:docMk/>
          <pc:sldMk cId="1720871179" sldId="256"/>
        </pc:sldMkLst>
        <pc:spChg chg="mod">
          <ac:chgData name="Nazar Meredov" userId="S::xmeredov@stuba.sk::b4d9f006-4ce1-418e-844e-eba4b1c3d4d2" providerId="AD" clId="Web-{ECC74B78-0E71-2406-3E2C-A7542BF63AA0}" dt="2026-01-29T11:03:36.193" v="0" actId="20577"/>
          <ac:spMkLst>
            <pc:docMk/>
            <pc:sldMk cId="1720871179" sldId="256"/>
            <ac:spMk id="6" creationId="{FF951AFD-0071-4113-C26E-F96978814911}"/>
          </ac:spMkLst>
        </pc:spChg>
      </pc:sldChg>
      <pc:sldChg chg="modSp">
        <pc:chgData name="Nazar Meredov" userId="S::xmeredov@stuba.sk::b4d9f006-4ce1-418e-844e-eba4b1c3d4d2" providerId="AD" clId="Web-{ECC74B78-0E71-2406-3E2C-A7542BF63AA0}" dt="2026-01-29T11:03:59.225" v="8" actId="20577"/>
        <pc:sldMkLst>
          <pc:docMk/>
          <pc:sldMk cId="1617374812" sldId="259"/>
        </pc:sldMkLst>
        <pc:spChg chg="mod">
          <ac:chgData name="Nazar Meredov" userId="S::xmeredov@stuba.sk::b4d9f006-4ce1-418e-844e-eba4b1c3d4d2" providerId="AD" clId="Web-{ECC74B78-0E71-2406-3E2C-A7542BF63AA0}" dt="2026-01-29T11:03:59.225" v="8" actId="20577"/>
          <ac:spMkLst>
            <pc:docMk/>
            <pc:sldMk cId="1617374812" sldId="259"/>
            <ac:spMk id="7" creationId="{C97C73B4-50EA-B32E-A1DD-8EB53B63BF8A}"/>
          </ac:spMkLst>
        </pc:spChg>
      </pc:sldChg>
      <pc:sldChg chg="modSp">
        <pc:chgData name="Nazar Meredov" userId="S::xmeredov@stuba.sk::b4d9f006-4ce1-418e-844e-eba4b1c3d4d2" providerId="AD" clId="Web-{ECC74B78-0E71-2406-3E2C-A7542BF63AA0}" dt="2026-01-29T11:04:06.335" v="11" actId="20577"/>
        <pc:sldMkLst>
          <pc:docMk/>
          <pc:sldMk cId="3020357040" sldId="260"/>
        </pc:sldMkLst>
        <pc:spChg chg="mod">
          <ac:chgData name="Nazar Meredov" userId="S::xmeredov@stuba.sk::b4d9f006-4ce1-418e-844e-eba4b1c3d4d2" providerId="AD" clId="Web-{ECC74B78-0E71-2406-3E2C-A7542BF63AA0}" dt="2026-01-29T11:04:06.335" v="11" actId="20577"/>
          <ac:spMkLst>
            <pc:docMk/>
            <pc:sldMk cId="3020357040" sldId="260"/>
            <ac:spMk id="7" creationId="{2F7EA56B-68D5-90E3-E984-12A63C9B1055}"/>
          </ac:spMkLst>
        </pc:spChg>
      </pc:sldChg>
      <pc:sldChg chg="modSp">
        <pc:chgData name="Nazar Meredov" userId="S::xmeredov@stuba.sk::b4d9f006-4ce1-418e-844e-eba4b1c3d4d2" providerId="AD" clId="Web-{ECC74B78-0E71-2406-3E2C-A7542BF63AA0}" dt="2026-01-29T11:04:11.069" v="13" actId="20577"/>
        <pc:sldMkLst>
          <pc:docMk/>
          <pc:sldMk cId="3673452103" sldId="261"/>
        </pc:sldMkLst>
        <pc:spChg chg="mod">
          <ac:chgData name="Nazar Meredov" userId="S::xmeredov@stuba.sk::b4d9f006-4ce1-418e-844e-eba4b1c3d4d2" providerId="AD" clId="Web-{ECC74B78-0E71-2406-3E2C-A7542BF63AA0}" dt="2026-01-29T11:04:11.069" v="13" actId="20577"/>
          <ac:spMkLst>
            <pc:docMk/>
            <pc:sldMk cId="3673452103" sldId="261"/>
            <ac:spMk id="7" creationId="{0EF79162-8C3A-8432-941C-C580CDFDBAF4}"/>
          </ac:spMkLst>
        </pc:spChg>
      </pc:sldChg>
      <pc:sldChg chg="modSp">
        <pc:chgData name="Nazar Meredov" userId="S::xmeredov@stuba.sk::b4d9f006-4ce1-418e-844e-eba4b1c3d4d2" providerId="AD" clId="Web-{ECC74B78-0E71-2406-3E2C-A7542BF63AA0}" dt="2026-01-29T11:04:16.163" v="16" actId="20577"/>
        <pc:sldMkLst>
          <pc:docMk/>
          <pc:sldMk cId="2441451465" sldId="262"/>
        </pc:sldMkLst>
        <pc:spChg chg="mod">
          <ac:chgData name="Nazar Meredov" userId="S::xmeredov@stuba.sk::b4d9f006-4ce1-418e-844e-eba4b1c3d4d2" providerId="AD" clId="Web-{ECC74B78-0E71-2406-3E2C-A7542BF63AA0}" dt="2026-01-29T11:04:16.163" v="16" actId="20577"/>
          <ac:spMkLst>
            <pc:docMk/>
            <pc:sldMk cId="2441451465" sldId="262"/>
            <ac:spMk id="7" creationId="{0A6F5271-A755-0976-FCAD-857E2686514D}"/>
          </ac:spMkLst>
        </pc:spChg>
      </pc:sldChg>
      <pc:sldChg chg="modSp">
        <pc:chgData name="Nazar Meredov" userId="S::xmeredov@stuba.sk::b4d9f006-4ce1-418e-844e-eba4b1c3d4d2" providerId="AD" clId="Web-{ECC74B78-0E71-2406-3E2C-A7542BF63AA0}" dt="2026-01-29T11:04:18.820" v="18" actId="20577"/>
        <pc:sldMkLst>
          <pc:docMk/>
          <pc:sldMk cId="3390374261" sldId="263"/>
        </pc:sldMkLst>
        <pc:spChg chg="mod">
          <ac:chgData name="Nazar Meredov" userId="S::xmeredov@stuba.sk::b4d9f006-4ce1-418e-844e-eba4b1c3d4d2" providerId="AD" clId="Web-{ECC74B78-0E71-2406-3E2C-A7542BF63AA0}" dt="2026-01-29T11:04:18.820" v="18" actId="20577"/>
          <ac:spMkLst>
            <pc:docMk/>
            <pc:sldMk cId="3390374261" sldId="263"/>
            <ac:spMk id="7" creationId="{72B1CF97-FF7E-25AF-344C-5C7F27C1219E}"/>
          </ac:spMkLst>
        </pc:spChg>
      </pc:sldChg>
      <pc:sldChg chg="modSp modNotes">
        <pc:chgData name="Nazar Meredov" userId="S::xmeredov@stuba.sk::b4d9f006-4ce1-418e-844e-eba4b1c3d4d2" providerId="AD" clId="Web-{ECC74B78-0E71-2406-3E2C-A7542BF63AA0}" dt="2026-02-01T00:15:04.828" v="58"/>
        <pc:sldMkLst>
          <pc:docMk/>
          <pc:sldMk cId="2742414154" sldId="265"/>
        </pc:sldMkLst>
        <pc:spChg chg="mod">
          <ac:chgData name="Nazar Meredov" userId="S::xmeredov@stuba.sk::b4d9f006-4ce1-418e-844e-eba4b1c3d4d2" providerId="AD" clId="Web-{ECC74B78-0E71-2406-3E2C-A7542BF63AA0}" dt="2026-01-29T11:04:25.039" v="23" actId="20577"/>
          <ac:spMkLst>
            <pc:docMk/>
            <pc:sldMk cId="2742414154" sldId="265"/>
            <ac:spMk id="7" creationId="{2A326536-F439-DDE9-0F1B-705107A3A91F}"/>
          </ac:spMkLst>
        </pc:spChg>
      </pc:sldChg>
      <pc:sldChg chg="modSp">
        <pc:chgData name="Nazar Meredov" userId="S::xmeredov@stuba.sk::b4d9f006-4ce1-418e-844e-eba4b1c3d4d2" providerId="AD" clId="Web-{ECC74B78-0E71-2406-3E2C-A7542BF63AA0}" dt="2026-01-29T11:04:03.929" v="10" actId="20577"/>
        <pc:sldMkLst>
          <pc:docMk/>
          <pc:sldMk cId="2644346514" sldId="270"/>
        </pc:sldMkLst>
        <pc:spChg chg="mod">
          <ac:chgData name="Nazar Meredov" userId="S::xmeredov@stuba.sk::b4d9f006-4ce1-418e-844e-eba4b1c3d4d2" providerId="AD" clId="Web-{ECC74B78-0E71-2406-3E2C-A7542BF63AA0}" dt="2026-01-29T11:04:03.929" v="10" actId="20577"/>
          <ac:spMkLst>
            <pc:docMk/>
            <pc:sldMk cId="2644346514" sldId="270"/>
            <ac:spMk id="7" creationId="{62473BD0-BE5C-2A3F-7825-6DB11BC1CDFE}"/>
          </ac:spMkLst>
        </pc:spChg>
      </pc:sldChg>
      <pc:sldChg chg="modSp">
        <pc:chgData name="Nazar Meredov" userId="S::xmeredov@stuba.sk::b4d9f006-4ce1-418e-844e-eba4b1c3d4d2" providerId="AD" clId="Web-{ECC74B78-0E71-2406-3E2C-A7542BF63AA0}" dt="2026-01-29T11:04:01.819" v="9" actId="20577"/>
        <pc:sldMkLst>
          <pc:docMk/>
          <pc:sldMk cId="542723464" sldId="272"/>
        </pc:sldMkLst>
        <pc:spChg chg="mod">
          <ac:chgData name="Nazar Meredov" userId="S::xmeredov@stuba.sk::b4d9f006-4ce1-418e-844e-eba4b1c3d4d2" providerId="AD" clId="Web-{ECC74B78-0E71-2406-3E2C-A7542BF63AA0}" dt="2026-01-29T11:04:01.819" v="9" actId="20577"/>
          <ac:spMkLst>
            <pc:docMk/>
            <pc:sldMk cId="542723464" sldId="272"/>
            <ac:spMk id="7" creationId="{7A4B9FC0-8047-174E-25F8-6586AA6E225C}"/>
          </ac:spMkLst>
        </pc:spChg>
      </pc:sldChg>
      <pc:sldChg chg="modSp">
        <pc:chgData name="Nazar Meredov" userId="S::xmeredov@stuba.sk::b4d9f006-4ce1-418e-844e-eba4b1c3d4d2" providerId="AD" clId="Web-{ECC74B78-0E71-2406-3E2C-A7542BF63AA0}" dt="2026-01-29T11:04:09.069" v="12" actId="20577"/>
        <pc:sldMkLst>
          <pc:docMk/>
          <pc:sldMk cId="234977528" sldId="273"/>
        </pc:sldMkLst>
        <pc:spChg chg="mod">
          <ac:chgData name="Nazar Meredov" userId="S::xmeredov@stuba.sk::b4d9f006-4ce1-418e-844e-eba4b1c3d4d2" providerId="AD" clId="Web-{ECC74B78-0E71-2406-3E2C-A7542BF63AA0}" dt="2026-01-29T11:04:09.069" v="12" actId="20577"/>
          <ac:spMkLst>
            <pc:docMk/>
            <pc:sldMk cId="234977528" sldId="273"/>
            <ac:spMk id="11" creationId="{0ED864D2-4DC1-0CC3-6B4E-ADD34FB495AA}"/>
          </ac:spMkLst>
        </pc:spChg>
      </pc:sldChg>
      <pc:sldChg chg="addSp delSp modSp">
        <pc:chgData name="Nazar Meredov" userId="S::xmeredov@stuba.sk::b4d9f006-4ce1-418e-844e-eba4b1c3d4d2" providerId="AD" clId="Web-{ECC74B78-0E71-2406-3E2C-A7542BF63AA0}" dt="2026-01-29T11:05:19.916" v="31" actId="1076"/>
        <pc:sldMkLst>
          <pc:docMk/>
          <pc:sldMk cId="246858110" sldId="276"/>
        </pc:sldMkLst>
        <pc:spChg chg="add">
          <ac:chgData name="Nazar Meredov" userId="S::xmeredov@stuba.sk::b4d9f006-4ce1-418e-844e-eba4b1c3d4d2" providerId="AD" clId="Web-{ECC74B78-0E71-2406-3E2C-A7542BF63AA0}" dt="2026-01-29T11:05:05.118" v="26"/>
          <ac:spMkLst>
            <pc:docMk/>
            <pc:sldMk cId="246858110" sldId="276"/>
            <ac:spMk id="5" creationId="{9483C7C6-271A-4A4F-031E-8B1130390BA2}"/>
          </ac:spMkLst>
        </pc:spChg>
        <pc:spChg chg="add mod">
          <ac:chgData name="Nazar Meredov" userId="S::xmeredov@stuba.sk::b4d9f006-4ce1-418e-844e-eba4b1c3d4d2" providerId="AD" clId="Web-{ECC74B78-0E71-2406-3E2C-A7542BF63AA0}" dt="2026-01-29T11:05:19.916" v="31" actId="1076"/>
          <ac:spMkLst>
            <pc:docMk/>
            <pc:sldMk cId="246858110" sldId="276"/>
            <ac:spMk id="8" creationId="{F839F5DD-E07F-329A-2D72-401C7EF0ED4F}"/>
          </ac:spMkLst>
        </pc:spChg>
      </pc:sldChg>
      <pc:sldChg chg="addSp delSp modSp">
        <pc:chgData name="Nazar Meredov" userId="S::xmeredov@stuba.sk::b4d9f006-4ce1-418e-844e-eba4b1c3d4d2" providerId="AD" clId="Web-{ECC74B78-0E71-2406-3E2C-A7542BF63AA0}" dt="2026-01-29T11:06:31.824" v="52" actId="1076"/>
        <pc:sldMkLst>
          <pc:docMk/>
          <pc:sldMk cId="1164347580" sldId="277"/>
        </pc:sldMkLst>
        <pc:spChg chg="mod">
          <ac:chgData name="Nazar Meredov" userId="S::xmeredov@stuba.sk::b4d9f006-4ce1-418e-844e-eba4b1c3d4d2" providerId="AD" clId="Web-{ECC74B78-0E71-2406-3E2C-A7542BF63AA0}" dt="2026-01-29T11:06:31.824" v="52" actId="1076"/>
          <ac:spMkLst>
            <pc:docMk/>
            <pc:sldMk cId="1164347580" sldId="277"/>
            <ac:spMk id="2" creationId="{76FE2A9A-1ABA-40DB-283D-BA3B6406FD58}"/>
          </ac:spMkLst>
        </pc:spChg>
        <pc:spChg chg="add">
          <ac:chgData name="Nazar Meredov" userId="S::xmeredov@stuba.sk::b4d9f006-4ce1-418e-844e-eba4b1c3d4d2" providerId="AD" clId="Web-{ECC74B78-0E71-2406-3E2C-A7542BF63AA0}" dt="2026-01-29T11:05:44.090" v="40"/>
          <ac:spMkLst>
            <pc:docMk/>
            <pc:sldMk cId="1164347580" sldId="277"/>
            <ac:spMk id="5" creationId="{902AD4D2-EA3A-6410-BC1A-53FD05CAE94E}"/>
          </ac:spMkLst>
        </pc:spChg>
        <pc:spChg chg="add mod">
          <ac:chgData name="Nazar Meredov" userId="S::xmeredov@stuba.sk::b4d9f006-4ce1-418e-844e-eba4b1c3d4d2" providerId="AD" clId="Web-{ECC74B78-0E71-2406-3E2C-A7542BF63AA0}" dt="2026-01-29T11:06:02.261" v="50" actId="20577"/>
          <ac:spMkLst>
            <pc:docMk/>
            <pc:sldMk cId="1164347580" sldId="277"/>
            <ac:spMk id="8" creationId="{70C150B7-8CBF-B8E8-006C-31C6B1D8212F}"/>
          </ac:spMkLst>
        </pc:spChg>
      </pc:sldChg>
      <pc:sldChg chg="addSp delSp modSp">
        <pc:chgData name="Nazar Meredov" userId="S::xmeredov@stuba.sk::b4d9f006-4ce1-418e-844e-eba4b1c3d4d2" providerId="AD" clId="Web-{ECC74B78-0E71-2406-3E2C-A7542BF63AA0}" dt="2026-01-29T11:05:58.855" v="48" actId="20577"/>
        <pc:sldMkLst>
          <pc:docMk/>
          <pc:sldMk cId="88806951" sldId="279"/>
        </pc:sldMkLst>
        <pc:spChg chg="add">
          <ac:chgData name="Nazar Meredov" userId="S::xmeredov@stuba.sk::b4d9f006-4ce1-418e-844e-eba4b1c3d4d2" providerId="AD" clId="Web-{ECC74B78-0E71-2406-3E2C-A7542BF63AA0}" dt="2026-01-29T11:05:41.776" v="38"/>
          <ac:spMkLst>
            <pc:docMk/>
            <pc:sldMk cId="88806951" sldId="279"/>
            <ac:spMk id="5" creationId="{2C8A38B9-ACA6-3DD7-2EC0-78482D953BFB}"/>
          </ac:spMkLst>
        </pc:spChg>
        <pc:spChg chg="add mod">
          <ac:chgData name="Nazar Meredov" userId="S::xmeredov@stuba.sk::b4d9f006-4ce1-418e-844e-eba4b1c3d4d2" providerId="AD" clId="Web-{ECC74B78-0E71-2406-3E2C-A7542BF63AA0}" dt="2026-01-29T11:05:58.855" v="48" actId="20577"/>
          <ac:spMkLst>
            <pc:docMk/>
            <pc:sldMk cId="88806951" sldId="279"/>
            <ac:spMk id="8" creationId="{CED45932-6D97-EE05-B65E-9F369C3FEEA7}"/>
          </ac:spMkLst>
        </pc:spChg>
      </pc:sldChg>
      <pc:sldChg chg="addSp delSp modSp">
        <pc:chgData name="Nazar Meredov" userId="S::xmeredov@stuba.sk::b4d9f006-4ce1-418e-844e-eba4b1c3d4d2" providerId="AD" clId="Web-{ECC74B78-0E71-2406-3E2C-A7542BF63AA0}" dt="2026-01-29T11:03:42.209" v="3" actId="20577"/>
        <pc:sldMkLst>
          <pc:docMk/>
          <pc:sldMk cId="1540846934" sldId="280"/>
        </pc:sldMkLst>
        <pc:spChg chg="add del mod">
          <ac:chgData name="Nazar Meredov" userId="S::xmeredov@stuba.sk::b4d9f006-4ce1-418e-844e-eba4b1c3d4d2" providerId="AD" clId="Web-{ECC74B78-0E71-2406-3E2C-A7542BF63AA0}" dt="2026-01-29T11:03:42.209" v="3" actId="20577"/>
          <ac:spMkLst>
            <pc:docMk/>
            <pc:sldMk cId="1540846934" sldId="280"/>
            <ac:spMk id="7" creationId="{ED650779-DD8E-E43D-FBB2-AD5448FE0DC1}"/>
          </ac:spMkLst>
        </pc:spChg>
      </pc:sldChg>
      <pc:sldChg chg="modSp">
        <pc:chgData name="Nazar Meredov" userId="S::xmeredov@stuba.sk::b4d9f006-4ce1-418e-844e-eba4b1c3d4d2" providerId="AD" clId="Web-{ECC74B78-0E71-2406-3E2C-A7542BF63AA0}" dt="2026-01-29T11:03:56.913" v="7" actId="20577"/>
        <pc:sldMkLst>
          <pc:docMk/>
          <pc:sldMk cId="1146600613" sldId="281"/>
        </pc:sldMkLst>
        <pc:spChg chg="mod">
          <ac:chgData name="Nazar Meredov" userId="S::xmeredov@stuba.sk::b4d9f006-4ce1-418e-844e-eba4b1c3d4d2" providerId="AD" clId="Web-{ECC74B78-0E71-2406-3E2C-A7542BF63AA0}" dt="2026-01-29T11:03:56.913" v="7" actId="20577"/>
          <ac:spMkLst>
            <pc:docMk/>
            <pc:sldMk cId="1146600613" sldId="281"/>
            <ac:spMk id="7" creationId="{A4E3DECA-F5A1-B9F4-C20A-54256E38FB7F}"/>
          </ac:spMkLst>
        </pc:spChg>
      </pc:sldChg>
      <pc:sldChg chg="modSp">
        <pc:chgData name="Nazar Meredov" userId="S::xmeredov@stuba.sk::b4d9f006-4ce1-418e-844e-eba4b1c3d4d2" providerId="AD" clId="Web-{ECC74B78-0E71-2406-3E2C-A7542BF63AA0}" dt="2026-01-29T11:03:45.568" v="4" actId="20577"/>
        <pc:sldMkLst>
          <pc:docMk/>
          <pc:sldMk cId="2114098839" sldId="282"/>
        </pc:sldMkLst>
        <pc:spChg chg="mod">
          <ac:chgData name="Nazar Meredov" userId="S::xmeredov@stuba.sk::b4d9f006-4ce1-418e-844e-eba4b1c3d4d2" providerId="AD" clId="Web-{ECC74B78-0E71-2406-3E2C-A7542BF63AA0}" dt="2026-01-29T11:03:45.568" v="4" actId="20577"/>
          <ac:spMkLst>
            <pc:docMk/>
            <pc:sldMk cId="2114098839" sldId="282"/>
            <ac:spMk id="7" creationId="{0107BE59-47DA-7954-3D78-921E9ED5BA8F}"/>
          </ac:spMkLst>
        </pc:spChg>
      </pc:sldChg>
      <pc:sldChg chg="modSp">
        <pc:chgData name="Nazar Meredov" userId="S::xmeredov@stuba.sk::b4d9f006-4ce1-418e-844e-eba4b1c3d4d2" providerId="AD" clId="Web-{ECC74B78-0E71-2406-3E2C-A7542BF63AA0}" dt="2026-01-29T11:04:14.273" v="15" actId="20577"/>
        <pc:sldMkLst>
          <pc:docMk/>
          <pc:sldMk cId="1670650125" sldId="283"/>
        </pc:sldMkLst>
        <pc:spChg chg="mod">
          <ac:chgData name="Nazar Meredov" userId="S::xmeredov@stuba.sk::b4d9f006-4ce1-418e-844e-eba4b1c3d4d2" providerId="AD" clId="Web-{ECC74B78-0E71-2406-3E2C-A7542BF63AA0}" dt="2026-01-29T11:04:14.273" v="15" actId="20577"/>
          <ac:spMkLst>
            <pc:docMk/>
            <pc:sldMk cId="1670650125" sldId="283"/>
            <ac:spMk id="7" creationId="{7848B255-8C10-E3F1-426F-EB71D1A6F8E8}"/>
          </ac:spMkLst>
        </pc:spChg>
      </pc:sldChg>
      <pc:sldChg chg="addSp delSp modSp">
        <pc:chgData name="Nazar Meredov" userId="S::xmeredov@stuba.sk::b4d9f006-4ce1-418e-844e-eba4b1c3d4d2" providerId="AD" clId="Web-{ECC74B78-0E71-2406-3E2C-A7542BF63AA0}" dt="2026-01-29T11:05:54.979" v="46" actId="20577"/>
        <pc:sldMkLst>
          <pc:docMk/>
          <pc:sldMk cId="4002604594" sldId="288"/>
        </pc:sldMkLst>
        <pc:spChg chg="add mod">
          <ac:chgData name="Nazar Meredov" userId="S::xmeredov@stuba.sk::b4d9f006-4ce1-418e-844e-eba4b1c3d4d2" providerId="AD" clId="Web-{ECC74B78-0E71-2406-3E2C-A7542BF63AA0}" dt="2026-01-29T11:05:54.979" v="46" actId="20577"/>
          <ac:spMkLst>
            <pc:docMk/>
            <pc:sldMk cId="4002604594" sldId="288"/>
            <ac:spMk id="5" creationId="{C12BBA04-210B-F145-4297-C902954EA0A6}"/>
          </ac:spMkLst>
        </pc:spChg>
        <pc:spChg chg="add">
          <ac:chgData name="Nazar Meredov" userId="S::xmeredov@stuba.sk::b4d9f006-4ce1-418e-844e-eba4b1c3d4d2" providerId="AD" clId="Web-{ECC74B78-0E71-2406-3E2C-A7542BF63AA0}" dt="2026-01-29T11:05:39.213" v="36"/>
          <ac:spMkLst>
            <pc:docMk/>
            <pc:sldMk cId="4002604594" sldId="288"/>
            <ac:spMk id="10" creationId="{AB640DE5-53F6-C641-574A-3A27768A011F}"/>
          </ac:spMkLst>
        </pc:spChg>
      </pc:sldChg>
    </pc:docChg>
  </pc:docChgLst>
  <pc:docChgLst>
    <pc:chgData name="Guest User" userId="S::urn:spo:tenantanon#25733538-6b16-4aa3-8ed6-297eb79b8e06::" providerId="AD" clId="Web-{E589B9FA-0F5B-D0E1-3AE2-B4C3C381E854}"/>
    <pc:docChg chg="modSld">
      <pc:chgData name="Guest User" userId="S::urn:spo:tenantanon#25733538-6b16-4aa3-8ed6-297eb79b8e06::" providerId="AD" clId="Web-{E589B9FA-0F5B-D0E1-3AE2-B4C3C381E854}" dt="2026-01-29T10:09:59.221" v="0" actId="20577"/>
      <pc:docMkLst>
        <pc:docMk/>
      </pc:docMkLst>
      <pc:sldChg chg="modSp">
        <pc:chgData name="Guest User" userId="S::urn:spo:tenantanon#25733538-6b16-4aa3-8ed6-297eb79b8e06::" providerId="AD" clId="Web-{E589B9FA-0F5B-D0E1-3AE2-B4C3C381E854}" dt="2026-01-29T10:09:59.221" v="0" actId="20577"/>
        <pc:sldMkLst>
          <pc:docMk/>
          <pc:sldMk cId="1617374812" sldId="259"/>
        </pc:sldMkLst>
        <pc:spChg chg="mod">
          <ac:chgData name="Guest User" userId="S::urn:spo:tenantanon#25733538-6b16-4aa3-8ed6-297eb79b8e06::" providerId="AD" clId="Web-{E589B9FA-0F5B-D0E1-3AE2-B4C3C381E854}" dt="2026-01-29T10:09:59.221" v="0" actId="20577"/>
          <ac:spMkLst>
            <pc:docMk/>
            <pc:sldMk cId="1617374812" sldId="259"/>
            <ac:spMk id="13" creationId="{DCA3AE2D-1207-361F-2A6D-B8118C39970D}"/>
          </ac:spMkLst>
        </pc:spChg>
      </pc:sldChg>
    </pc:docChg>
  </pc:docChgLst>
  <pc:docChgLst>
    <pc:chgData name="Nazar Meredov" userId="S::xmeredov@stuba.sk::b4d9f006-4ce1-418e-844e-eba4b1c3d4d2" providerId="AD" clId="Web-{A4A3BA32-EB17-8641-4D69-8344B9DEA3A0}"/>
    <pc:docChg chg="modSld">
      <pc:chgData name="Nazar Meredov" userId="S::xmeredov@stuba.sk::b4d9f006-4ce1-418e-844e-eba4b1c3d4d2" providerId="AD" clId="Web-{A4A3BA32-EB17-8641-4D69-8344B9DEA3A0}" dt="2026-02-02T16:21:36.761" v="6"/>
      <pc:docMkLst>
        <pc:docMk/>
      </pc:docMkLst>
      <pc:sldChg chg="modNotes">
        <pc:chgData name="Nazar Meredov" userId="S::xmeredov@stuba.sk::b4d9f006-4ce1-418e-844e-eba4b1c3d4d2" providerId="AD" clId="Web-{A4A3BA32-EB17-8641-4D69-8344B9DEA3A0}" dt="2026-02-02T16:21:36.761" v="6"/>
        <pc:sldMkLst>
          <pc:docMk/>
          <pc:sldMk cId="3390374261" sldId="263"/>
        </pc:sldMkLst>
      </pc:sldChg>
      <pc:sldChg chg="modNotes">
        <pc:chgData name="Nazar Meredov" userId="S::xmeredov@stuba.sk::b4d9f006-4ce1-418e-844e-eba4b1c3d4d2" providerId="AD" clId="Web-{A4A3BA32-EB17-8641-4D69-8344B9DEA3A0}" dt="2026-02-02T15:55:32.189" v="3"/>
        <pc:sldMkLst>
          <pc:docMk/>
          <pc:sldMk cId="1146600613" sldId="281"/>
        </pc:sldMkLst>
      </pc:sldChg>
    </pc:docChg>
  </pc:docChgLst>
  <pc:docChgLst>
    <pc:chgData name="Nazar Meredov" userId="S::xmeredov@stuba.sk::b4d9f006-4ce1-418e-844e-eba4b1c3d4d2" providerId="AD" clId="Web-{0ADF7A8F-2892-1637-BC57-4B43343D5943}"/>
    <pc:docChg chg="addSld delSld modSld sldOrd">
      <pc:chgData name="Nazar Meredov" userId="S::xmeredov@stuba.sk::b4d9f006-4ce1-418e-844e-eba4b1c3d4d2" providerId="AD" clId="Web-{0ADF7A8F-2892-1637-BC57-4B43343D5943}" dt="2026-01-21T02:43:54.392" v="1493" actId="20577"/>
      <pc:docMkLst>
        <pc:docMk/>
      </pc:docMkLst>
      <pc:sldChg chg="addSp delSp modSp">
        <pc:chgData name="Nazar Meredov" userId="S::xmeredov@stuba.sk::b4d9f006-4ce1-418e-844e-eba4b1c3d4d2" providerId="AD" clId="Web-{0ADF7A8F-2892-1637-BC57-4B43343D5943}" dt="2026-01-21T02:43:54.392" v="1493" actId="20577"/>
        <pc:sldMkLst>
          <pc:docMk/>
          <pc:sldMk cId="3020357040" sldId="260"/>
        </pc:sldMkLst>
        <pc:spChg chg="mod">
          <ac:chgData name="Nazar Meredov" userId="S::xmeredov@stuba.sk::b4d9f006-4ce1-418e-844e-eba4b1c3d4d2" providerId="AD" clId="Web-{0ADF7A8F-2892-1637-BC57-4B43343D5943}" dt="2026-01-21T02:40:32.629" v="1450" actId="20577"/>
          <ac:spMkLst>
            <pc:docMk/>
            <pc:sldMk cId="3020357040" sldId="260"/>
            <ac:spMk id="7" creationId="{2F7EA56B-68D5-90E3-E984-12A63C9B1055}"/>
          </ac:spMkLst>
        </pc:spChg>
        <pc:spChg chg="mod">
          <ac:chgData name="Nazar Meredov" userId="S::xmeredov@stuba.sk::b4d9f006-4ce1-418e-844e-eba4b1c3d4d2" providerId="AD" clId="Web-{0ADF7A8F-2892-1637-BC57-4B43343D5943}" dt="2026-01-21T02:43:54.392" v="1493" actId="20577"/>
          <ac:spMkLst>
            <pc:docMk/>
            <pc:sldMk cId="3020357040" sldId="260"/>
            <ac:spMk id="8" creationId="{EF97D0AA-F1E7-422B-69F7-CD674244FD83}"/>
          </ac:spMkLst>
        </pc:spChg>
        <pc:picChg chg="add mod ord">
          <ac:chgData name="Nazar Meredov" userId="S::xmeredov@stuba.sk::b4d9f006-4ce1-418e-844e-eba4b1c3d4d2" providerId="AD" clId="Web-{0ADF7A8F-2892-1637-BC57-4B43343D5943}" dt="2026-01-21T01:42:57.174" v="790" actId="1076"/>
          <ac:picMkLst>
            <pc:docMk/>
            <pc:sldMk cId="3020357040" sldId="260"/>
            <ac:picMk id="10" creationId="{70433688-29AD-EEB0-C951-9BA6A1DDC94E}"/>
          </ac:picMkLst>
        </pc:picChg>
      </pc:sldChg>
      <pc:sldChg chg="addSp delSp modSp">
        <pc:chgData name="Nazar Meredov" userId="S::xmeredov@stuba.sk::b4d9f006-4ce1-418e-844e-eba4b1c3d4d2" providerId="AD" clId="Web-{0ADF7A8F-2892-1637-BC57-4B43343D5943}" dt="2026-01-21T02:40:37.537" v="1453" actId="20577"/>
        <pc:sldMkLst>
          <pc:docMk/>
          <pc:sldMk cId="3673452103" sldId="261"/>
        </pc:sldMkLst>
        <pc:spChg chg="mod">
          <ac:chgData name="Nazar Meredov" userId="S::xmeredov@stuba.sk::b4d9f006-4ce1-418e-844e-eba4b1c3d4d2" providerId="AD" clId="Web-{0ADF7A8F-2892-1637-BC57-4B43343D5943}" dt="2026-01-21T01:51:31.767" v="936" actId="20577"/>
          <ac:spMkLst>
            <pc:docMk/>
            <pc:sldMk cId="3673452103" sldId="261"/>
            <ac:spMk id="2" creationId="{3AFEFB77-EB6B-9555-0AAA-2B93BCF4C119}"/>
          </ac:spMkLst>
        </pc:spChg>
        <pc:spChg chg="add mod">
          <ac:chgData name="Nazar Meredov" userId="S::xmeredov@stuba.sk::b4d9f006-4ce1-418e-844e-eba4b1c3d4d2" providerId="AD" clId="Web-{0ADF7A8F-2892-1637-BC57-4B43343D5943}" dt="2026-01-21T02:09:42.734" v="1002" actId="14100"/>
          <ac:spMkLst>
            <pc:docMk/>
            <pc:sldMk cId="3673452103" sldId="261"/>
            <ac:spMk id="5" creationId="{00D1C88F-CEC7-6F13-61EE-9E1BEF8C4CC9}"/>
          </ac:spMkLst>
        </pc:spChg>
        <pc:spChg chg="mod">
          <ac:chgData name="Nazar Meredov" userId="S::xmeredov@stuba.sk::b4d9f006-4ce1-418e-844e-eba4b1c3d4d2" providerId="AD" clId="Web-{0ADF7A8F-2892-1637-BC57-4B43343D5943}" dt="2026-01-21T02:40:37.537" v="1453" actId="20577"/>
          <ac:spMkLst>
            <pc:docMk/>
            <pc:sldMk cId="3673452103" sldId="261"/>
            <ac:spMk id="7" creationId="{0EF79162-8C3A-8432-941C-C580CDFDBAF4}"/>
          </ac:spMkLst>
        </pc:spChg>
        <pc:spChg chg="add mod">
          <ac:chgData name="Nazar Meredov" userId="S::xmeredov@stuba.sk::b4d9f006-4ce1-418e-844e-eba4b1c3d4d2" providerId="AD" clId="Web-{0ADF7A8F-2892-1637-BC57-4B43343D5943}" dt="2026-01-21T02:09:49.171" v="1004" actId="14100"/>
          <ac:spMkLst>
            <pc:docMk/>
            <pc:sldMk cId="3673452103" sldId="261"/>
            <ac:spMk id="10" creationId="{4EBFBA2C-DBF0-12DC-0D67-99F6C57532E3}"/>
          </ac:spMkLst>
        </pc:spChg>
      </pc:sldChg>
      <pc:sldChg chg="modSp">
        <pc:chgData name="Nazar Meredov" userId="S::xmeredov@stuba.sk::b4d9f006-4ce1-418e-844e-eba4b1c3d4d2" providerId="AD" clId="Web-{0ADF7A8F-2892-1637-BC57-4B43343D5943}" dt="2026-01-21T00:22:25.236" v="144" actId="20577"/>
        <pc:sldMkLst>
          <pc:docMk/>
          <pc:sldMk cId="2742414154" sldId="265"/>
        </pc:sldMkLst>
        <pc:spChg chg="mod">
          <ac:chgData name="Nazar Meredov" userId="S::xmeredov@stuba.sk::b4d9f006-4ce1-418e-844e-eba4b1c3d4d2" providerId="AD" clId="Web-{0ADF7A8F-2892-1637-BC57-4B43343D5943}" dt="2026-01-21T00:22:25.236" v="144" actId="20577"/>
          <ac:spMkLst>
            <pc:docMk/>
            <pc:sldMk cId="2742414154" sldId="265"/>
            <ac:spMk id="3" creationId="{E1B80716-AC44-E6BE-1A33-8A0D7A6F3FDF}"/>
          </ac:spMkLst>
        </pc:spChg>
      </pc:sldChg>
      <pc:sldChg chg="addSp delSp modSp">
        <pc:chgData name="Nazar Meredov" userId="S::xmeredov@stuba.sk::b4d9f006-4ce1-418e-844e-eba4b1c3d4d2" providerId="AD" clId="Web-{0ADF7A8F-2892-1637-BC57-4B43343D5943}" dt="2026-01-21T02:40:29.035" v="1449" actId="20577"/>
        <pc:sldMkLst>
          <pc:docMk/>
          <pc:sldMk cId="2644346514" sldId="270"/>
        </pc:sldMkLst>
        <pc:spChg chg="add mod">
          <ac:chgData name="Nazar Meredov" userId="S::xmeredov@stuba.sk::b4d9f006-4ce1-418e-844e-eba4b1c3d4d2" providerId="AD" clId="Web-{0ADF7A8F-2892-1637-BC57-4B43343D5943}" dt="2026-01-21T01:36:59.409" v="767" actId="20577"/>
          <ac:spMkLst>
            <pc:docMk/>
            <pc:sldMk cId="2644346514" sldId="270"/>
            <ac:spMk id="6" creationId="{66591DBF-5885-3892-DBAB-C55EB0CC45AE}"/>
          </ac:spMkLst>
        </pc:spChg>
        <pc:spChg chg="mod">
          <ac:chgData name="Nazar Meredov" userId="S::xmeredov@stuba.sk::b4d9f006-4ce1-418e-844e-eba4b1c3d4d2" providerId="AD" clId="Web-{0ADF7A8F-2892-1637-BC57-4B43343D5943}" dt="2026-01-21T02:40:29.035" v="1449" actId="20577"/>
          <ac:spMkLst>
            <pc:docMk/>
            <pc:sldMk cId="2644346514" sldId="270"/>
            <ac:spMk id="7" creationId="{62473BD0-BE5C-2A3F-7825-6DB11BC1CDFE}"/>
          </ac:spMkLst>
        </pc:spChg>
        <pc:picChg chg="add mod ord">
          <ac:chgData name="Nazar Meredov" userId="S::xmeredov@stuba.sk::b4d9f006-4ce1-418e-844e-eba4b1c3d4d2" providerId="AD" clId="Web-{0ADF7A8F-2892-1637-BC57-4B43343D5943}" dt="2026-01-21T01:41:35.389" v="787" actId="1076"/>
          <ac:picMkLst>
            <pc:docMk/>
            <pc:sldMk cId="2644346514" sldId="270"/>
            <ac:picMk id="13" creationId="{28043345-1ABD-A163-6BD6-DDA547A04403}"/>
          </ac:picMkLst>
        </pc:picChg>
      </pc:sldChg>
      <pc:sldChg chg="addSp delSp modSp">
        <pc:chgData name="Nazar Meredov" userId="S::xmeredov@stuba.sk::b4d9f006-4ce1-418e-844e-eba4b1c3d4d2" providerId="AD" clId="Web-{0ADF7A8F-2892-1637-BC57-4B43343D5943}" dt="2026-01-21T02:40:26.364" v="1448" actId="20577"/>
        <pc:sldMkLst>
          <pc:docMk/>
          <pc:sldMk cId="542723464" sldId="272"/>
        </pc:sldMkLst>
        <pc:spChg chg="mod">
          <ac:chgData name="Nazar Meredov" userId="S::xmeredov@stuba.sk::b4d9f006-4ce1-418e-844e-eba4b1c3d4d2" providerId="AD" clId="Web-{0ADF7A8F-2892-1637-BC57-4B43343D5943}" dt="2026-01-21T02:40:26.364" v="1448" actId="20577"/>
          <ac:spMkLst>
            <pc:docMk/>
            <pc:sldMk cId="542723464" sldId="272"/>
            <ac:spMk id="7" creationId="{7A4B9FC0-8047-174E-25F8-6586AA6E225C}"/>
          </ac:spMkLst>
        </pc:spChg>
        <pc:spChg chg="add mod">
          <ac:chgData name="Nazar Meredov" userId="S::xmeredov@stuba.sk::b4d9f006-4ce1-418e-844e-eba4b1c3d4d2" providerId="AD" clId="Web-{0ADF7A8F-2892-1637-BC57-4B43343D5943}" dt="2026-01-21T01:36:56.831" v="765" actId="20577"/>
          <ac:spMkLst>
            <pc:docMk/>
            <pc:sldMk cId="542723464" sldId="272"/>
            <ac:spMk id="9" creationId="{D9BCEDD4-63CB-6553-177D-8360BBAFFDF8}"/>
          </ac:spMkLst>
        </pc:spChg>
      </pc:sldChg>
      <pc:sldChg chg="addSp delSp modSp">
        <pc:chgData name="Nazar Meredov" userId="S::xmeredov@stuba.sk::b4d9f006-4ce1-418e-844e-eba4b1c3d4d2" providerId="AD" clId="Web-{0ADF7A8F-2892-1637-BC57-4B43343D5943}" dt="2026-01-21T02:40:35.177" v="1451" actId="20577"/>
        <pc:sldMkLst>
          <pc:docMk/>
          <pc:sldMk cId="234977528" sldId="273"/>
        </pc:sldMkLst>
        <pc:spChg chg="add mod">
          <ac:chgData name="Nazar Meredov" userId="S::xmeredov@stuba.sk::b4d9f006-4ce1-418e-844e-eba4b1c3d4d2" providerId="AD" clId="Web-{0ADF7A8F-2892-1637-BC57-4B43343D5943}" dt="2026-01-21T01:46:28.494" v="825" actId="20577"/>
          <ac:spMkLst>
            <pc:docMk/>
            <pc:sldMk cId="234977528" sldId="273"/>
            <ac:spMk id="2" creationId="{81BAA828-0A64-12B3-B532-0AD61DCB71F8}"/>
          </ac:spMkLst>
        </pc:spChg>
        <pc:spChg chg="mod">
          <ac:chgData name="Nazar Meredov" userId="S::xmeredov@stuba.sk::b4d9f006-4ce1-418e-844e-eba4b1c3d4d2" providerId="AD" clId="Web-{0ADF7A8F-2892-1637-BC57-4B43343D5943}" dt="2026-01-21T02:40:35.177" v="1451" actId="20577"/>
          <ac:spMkLst>
            <pc:docMk/>
            <pc:sldMk cId="234977528" sldId="273"/>
            <ac:spMk id="11" creationId="{0ED864D2-4DC1-0CC3-6B4E-ADD34FB495AA}"/>
          </ac:spMkLst>
        </pc:spChg>
        <pc:picChg chg="add mod">
          <ac:chgData name="Nazar Meredov" userId="S::xmeredov@stuba.sk::b4d9f006-4ce1-418e-844e-eba4b1c3d4d2" providerId="AD" clId="Web-{0ADF7A8F-2892-1637-BC57-4B43343D5943}" dt="2026-01-21T01:47:38.153" v="843"/>
          <ac:picMkLst>
            <pc:docMk/>
            <pc:sldMk cId="234977528" sldId="273"/>
            <ac:picMk id="4" creationId="{2515C27C-E847-5F24-47A6-8C1A88FD561E}"/>
          </ac:picMkLst>
        </pc:picChg>
        <pc:picChg chg="add mod">
          <ac:chgData name="Nazar Meredov" userId="S::xmeredov@stuba.sk::b4d9f006-4ce1-418e-844e-eba4b1c3d4d2" providerId="AD" clId="Web-{0ADF7A8F-2892-1637-BC57-4B43343D5943}" dt="2026-01-21T01:50:43.469" v="927" actId="1076"/>
          <ac:picMkLst>
            <pc:docMk/>
            <pc:sldMk cId="234977528" sldId="273"/>
            <ac:picMk id="15" creationId="{9B270B57-A504-F5E0-1C15-41D122502EFA}"/>
          </ac:picMkLst>
        </pc:picChg>
        <pc:picChg chg="add mod">
          <ac:chgData name="Nazar Meredov" userId="S::xmeredov@stuba.sk::b4d9f006-4ce1-418e-844e-eba4b1c3d4d2" providerId="AD" clId="Web-{0ADF7A8F-2892-1637-BC57-4B43343D5943}" dt="2026-01-21T01:50:41.625" v="926" actId="1076"/>
          <ac:picMkLst>
            <pc:docMk/>
            <pc:sldMk cId="234977528" sldId="273"/>
            <ac:picMk id="16" creationId="{50C203E5-725F-C31E-17EC-4AC3275BFD0A}"/>
          </ac:picMkLst>
        </pc:picChg>
        <pc:picChg chg="add mod">
          <ac:chgData name="Nazar Meredov" userId="S::xmeredov@stuba.sk::b4d9f006-4ce1-418e-844e-eba4b1c3d4d2" providerId="AD" clId="Web-{0ADF7A8F-2892-1637-BC57-4B43343D5943}" dt="2026-01-21T01:50:47.610" v="928" actId="1076"/>
          <ac:picMkLst>
            <pc:docMk/>
            <pc:sldMk cId="234977528" sldId="273"/>
            <ac:picMk id="17" creationId="{173BD56C-4AA0-D4C7-BF4B-9D2CB11DD709}"/>
          </ac:picMkLst>
        </pc:picChg>
        <pc:picChg chg="add mod">
          <ac:chgData name="Nazar Meredov" userId="S::xmeredov@stuba.sk::b4d9f006-4ce1-418e-844e-eba4b1c3d4d2" providerId="AD" clId="Web-{0ADF7A8F-2892-1637-BC57-4B43343D5943}" dt="2026-01-21T01:50:51.016" v="929" actId="1076"/>
          <ac:picMkLst>
            <pc:docMk/>
            <pc:sldMk cId="234977528" sldId="273"/>
            <ac:picMk id="18" creationId="{7566BD65-B207-446A-F52E-2B632CA8BF53}"/>
          </ac:picMkLst>
        </pc:picChg>
      </pc:sldChg>
      <pc:sldChg chg="modSp">
        <pc:chgData name="Nazar Meredov" userId="S::xmeredov@stuba.sk::b4d9f006-4ce1-418e-844e-eba4b1c3d4d2" providerId="AD" clId="Web-{0ADF7A8F-2892-1637-BC57-4B43343D5943}" dt="2026-01-21T00:22:40.330" v="145" actId="14100"/>
        <pc:sldMkLst>
          <pc:docMk/>
          <pc:sldMk cId="246858110" sldId="276"/>
        </pc:sldMkLst>
        <pc:spChg chg="mod">
          <ac:chgData name="Nazar Meredov" userId="S::xmeredov@stuba.sk::b4d9f006-4ce1-418e-844e-eba4b1c3d4d2" providerId="AD" clId="Web-{0ADF7A8F-2892-1637-BC57-4B43343D5943}" dt="2026-01-20T23:17:21.104" v="32" actId="20577"/>
          <ac:spMkLst>
            <pc:docMk/>
            <pc:sldMk cId="246858110" sldId="276"/>
            <ac:spMk id="2" creationId="{3D5BCD62-17F7-59E6-F564-911036662388}"/>
          </ac:spMkLst>
        </pc:spChg>
        <pc:picChg chg="mod">
          <ac:chgData name="Nazar Meredov" userId="S::xmeredov@stuba.sk::b4d9f006-4ce1-418e-844e-eba4b1c3d4d2" providerId="AD" clId="Web-{0ADF7A8F-2892-1637-BC57-4B43343D5943}" dt="2026-01-20T23:17:25.761" v="33" actId="1076"/>
          <ac:picMkLst>
            <pc:docMk/>
            <pc:sldMk cId="246858110" sldId="276"/>
            <ac:picMk id="6" creationId="{2BE99854-E0FB-9F23-0BCE-605EC82244CF}"/>
          </ac:picMkLst>
        </pc:picChg>
      </pc:sldChg>
      <pc:sldChg chg="modSp add replId">
        <pc:chgData name="Nazar Meredov" userId="S::xmeredov@stuba.sk::b4d9f006-4ce1-418e-844e-eba4b1c3d4d2" providerId="AD" clId="Web-{0ADF7A8F-2892-1637-BC57-4B43343D5943}" dt="2026-01-20T23:18:54.465" v="58" actId="20577"/>
        <pc:sldMkLst>
          <pc:docMk/>
          <pc:sldMk cId="1164347580" sldId="277"/>
        </pc:sldMkLst>
        <pc:spChg chg="mod">
          <ac:chgData name="Nazar Meredov" userId="S::xmeredov@stuba.sk::b4d9f006-4ce1-418e-844e-eba4b1c3d4d2" providerId="AD" clId="Web-{0ADF7A8F-2892-1637-BC57-4B43343D5943}" dt="2026-01-20T23:18:14.574" v="48" actId="14100"/>
          <ac:spMkLst>
            <pc:docMk/>
            <pc:sldMk cId="1164347580" sldId="277"/>
            <ac:spMk id="2" creationId="{76FE2A9A-1ABA-40DB-283D-BA3B6406FD58}"/>
          </ac:spMkLst>
        </pc:spChg>
        <pc:picChg chg="mod">
          <ac:chgData name="Nazar Meredov" userId="S::xmeredov@stuba.sk::b4d9f006-4ce1-418e-844e-eba4b1c3d4d2" providerId="AD" clId="Web-{0ADF7A8F-2892-1637-BC57-4B43343D5943}" dt="2026-01-20T23:17:44.823" v="41" actId="1076"/>
          <ac:picMkLst>
            <pc:docMk/>
            <pc:sldMk cId="1164347580" sldId="277"/>
            <ac:picMk id="6" creationId="{07BCECA4-F4CF-2FFD-B42C-F8291337745B}"/>
          </ac:picMkLst>
        </pc:picChg>
      </pc:sldChg>
      <pc:sldChg chg="modSp add replId">
        <pc:chgData name="Nazar Meredov" userId="S::xmeredov@stuba.sk::b4d9f006-4ce1-418e-844e-eba4b1c3d4d2" providerId="AD" clId="Web-{0ADF7A8F-2892-1637-BC57-4B43343D5943}" dt="2026-01-20T23:18:51.121" v="55" actId="20577"/>
        <pc:sldMkLst>
          <pc:docMk/>
          <pc:sldMk cId="88806951" sldId="279"/>
        </pc:sldMkLst>
        <pc:spChg chg="mod">
          <ac:chgData name="Nazar Meredov" userId="S::xmeredov@stuba.sk::b4d9f006-4ce1-418e-844e-eba4b1c3d4d2" providerId="AD" clId="Web-{0ADF7A8F-2892-1637-BC57-4B43343D5943}" dt="2026-01-20T23:18:05.746" v="45" actId="14100"/>
          <ac:spMkLst>
            <pc:docMk/>
            <pc:sldMk cId="88806951" sldId="279"/>
            <ac:spMk id="2" creationId="{E562AF2E-5A19-14E9-6754-69FBF02E1906}"/>
          </ac:spMkLst>
        </pc:spChg>
        <pc:picChg chg="mod">
          <ac:chgData name="Nazar Meredov" userId="S::xmeredov@stuba.sk::b4d9f006-4ce1-418e-844e-eba4b1c3d4d2" providerId="AD" clId="Web-{0ADF7A8F-2892-1637-BC57-4B43343D5943}" dt="2026-01-20T23:17:40.323" v="40" actId="1076"/>
          <ac:picMkLst>
            <pc:docMk/>
            <pc:sldMk cId="88806951" sldId="279"/>
            <ac:picMk id="6" creationId="{9AE12E9A-659A-DAEF-FE79-65A33D4D8082}"/>
          </ac:picMkLst>
        </pc:picChg>
      </pc:sldChg>
      <pc:sldChg chg="addSp delSp modSp add replId">
        <pc:chgData name="Nazar Meredov" userId="S::xmeredov@stuba.sk::b4d9f006-4ce1-418e-844e-eba4b1c3d4d2" providerId="AD" clId="Web-{0ADF7A8F-2892-1637-BC57-4B43343D5943}" dt="2026-01-21T00:39:34.735" v="152" actId="1076"/>
        <pc:sldMkLst>
          <pc:docMk/>
          <pc:sldMk cId="1540846934" sldId="280"/>
        </pc:sldMkLst>
        <pc:spChg chg="mod">
          <ac:chgData name="Nazar Meredov" userId="S::xmeredov@stuba.sk::b4d9f006-4ce1-418e-844e-eba4b1c3d4d2" providerId="AD" clId="Web-{0ADF7A8F-2892-1637-BC57-4B43343D5943}" dt="2026-01-20T23:48:46.417" v="62" actId="20577"/>
          <ac:spMkLst>
            <pc:docMk/>
            <pc:sldMk cId="1540846934" sldId="280"/>
            <ac:spMk id="2" creationId="{AB148F35-7844-936E-098E-95D4CE9E1025}"/>
          </ac:spMkLst>
        </pc:spChg>
        <pc:spChg chg="mod">
          <ac:chgData name="Nazar Meredov" userId="S::xmeredov@stuba.sk::b4d9f006-4ce1-418e-844e-eba4b1c3d4d2" providerId="AD" clId="Web-{0ADF7A8F-2892-1637-BC57-4B43343D5943}" dt="2026-01-21T00:39:34.735" v="152" actId="1076"/>
          <ac:spMkLst>
            <pc:docMk/>
            <pc:sldMk cId="1540846934" sldId="280"/>
            <ac:spMk id="3" creationId="{507F2A80-6FB9-0615-8248-CE66E847A86D}"/>
          </ac:spMkLst>
        </pc:spChg>
        <pc:picChg chg="add">
          <ac:chgData name="Nazar Meredov" userId="S::xmeredov@stuba.sk::b4d9f006-4ce1-418e-844e-eba4b1c3d4d2" providerId="AD" clId="Web-{0ADF7A8F-2892-1637-BC57-4B43343D5943}" dt="2026-01-21T00:39:34.313" v="151"/>
          <ac:picMkLst>
            <pc:docMk/>
            <pc:sldMk cId="1540846934" sldId="280"/>
            <ac:picMk id="8" creationId="{7D5A3A4E-9B29-D568-DA47-E41333EEDEBA}"/>
          </ac:picMkLst>
        </pc:picChg>
      </pc:sldChg>
      <pc:sldChg chg="addSp modSp add replId">
        <pc:chgData name="Nazar Meredov" userId="S::xmeredov@stuba.sk::b4d9f006-4ce1-418e-844e-eba4b1c3d4d2" providerId="AD" clId="Web-{0ADF7A8F-2892-1637-BC57-4B43343D5943}" dt="2026-01-21T02:40:16.363" v="1442" actId="20577"/>
        <pc:sldMkLst>
          <pc:docMk/>
          <pc:sldMk cId="1146600613" sldId="281"/>
        </pc:sldMkLst>
        <pc:spChg chg="mod">
          <ac:chgData name="Nazar Meredov" userId="S::xmeredov@stuba.sk::b4d9f006-4ce1-418e-844e-eba4b1c3d4d2" providerId="AD" clId="Web-{0ADF7A8F-2892-1637-BC57-4B43343D5943}" dt="2026-01-21T00:47:57.086" v="157" actId="20577"/>
          <ac:spMkLst>
            <pc:docMk/>
            <pc:sldMk cId="1146600613" sldId="281"/>
            <ac:spMk id="2" creationId="{DB371C08-8A21-173E-CA0A-2B11DD4BF039}"/>
          </ac:spMkLst>
        </pc:spChg>
        <pc:spChg chg="mod">
          <ac:chgData name="Nazar Meredov" userId="S::xmeredov@stuba.sk::b4d9f006-4ce1-418e-844e-eba4b1c3d4d2" providerId="AD" clId="Web-{0ADF7A8F-2892-1637-BC57-4B43343D5943}" dt="2026-01-21T00:48:27.026" v="166" actId="14100"/>
          <ac:spMkLst>
            <pc:docMk/>
            <pc:sldMk cId="1146600613" sldId="281"/>
            <ac:spMk id="3" creationId="{14B4E4CC-EF13-61E8-F329-0181368A7385}"/>
          </ac:spMkLst>
        </pc:spChg>
        <pc:spChg chg="add mod">
          <ac:chgData name="Nazar Meredov" userId="S::xmeredov@stuba.sk::b4d9f006-4ce1-418e-844e-eba4b1c3d4d2" providerId="AD" clId="Web-{0ADF7A8F-2892-1637-BC57-4B43343D5943}" dt="2026-01-21T00:48:36.152" v="167" actId="1076"/>
          <ac:spMkLst>
            <pc:docMk/>
            <pc:sldMk cId="1146600613" sldId="281"/>
            <ac:spMk id="5" creationId="{3D827DF4-7B68-8BA3-2049-50B362BB55FF}"/>
          </ac:spMkLst>
        </pc:spChg>
        <pc:spChg chg="mod">
          <ac:chgData name="Nazar Meredov" userId="S::xmeredov@stuba.sk::b4d9f006-4ce1-418e-844e-eba4b1c3d4d2" providerId="AD" clId="Web-{0ADF7A8F-2892-1637-BC57-4B43343D5943}" dt="2026-01-21T02:40:16.363" v="1442" actId="20577"/>
          <ac:spMkLst>
            <pc:docMk/>
            <pc:sldMk cId="1146600613" sldId="281"/>
            <ac:spMk id="7" creationId="{A4E3DECA-F5A1-B9F4-C20A-54256E38FB7F}"/>
          </ac:spMkLst>
        </pc:spChg>
        <pc:spChg chg="add mod">
          <ac:chgData name="Nazar Meredov" userId="S::xmeredov@stuba.sk::b4d9f006-4ce1-418e-844e-eba4b1c3d4d2" providerId="AD" clId="Web-{0ADF7A8F-2892-1637-BC57-4B43343D5943}" dt="2026-01-21T00:48:39.558" v="168" actId="1076"/>
          <ac:spMkLst>
            <pc:docMk/>
            <pc:sldMk cId="1146600613" sldId="281"/>
            <ac:spMk id="9" creationId="{D0B92A3B-236A-D10D-9EBB-3E574FF657A7}"/>
          </ac:spMkLst>
        </pc:spChg>
      </pc:sldChg>
      <pc:sldChg chg="addSp delSp modSp add ord replId modNotes">
        <pc:chgData name="Nazar Meredov" userId="S::xmeredov@stuba.sk::b4d9f006-4ce1-418e-844e-eba4b1c3d4d2" providerId="AD" clId="Web-{0ADF7A8F-2892-1637-BC57-4B43343D5943}" dt="2026-01-21T02:40:20.551" v="1443" actId="20577"/>
        <pc:sldMkLst>
          <pc:docMk/>
          <pc:sldMk cId="2114098839" sldId="282"/>
        </pc:sldMkLst>
        <pc:spChg chg="mod">
          <ac:chgData name="Nazar Meredov" userId="S::xmeredov@stuba.sk::b4d9f006-4ce1-418e-844e-eba4b1c3d4d2" providerId="AD" clId="Web-{0ADF7A8F-2892-1637-BC57-4B43343D5943}" dt="2026-01-21T00:50:18.487" v="171" actId="20577"/>
          <ac:spMkLst>
            <pc:docMk/>
            <pc:sldMk cId="2114098839" sldId="282"/>
            <ac:spMk id="2" creationId="{B7A41428-4E1D-11BC-93D5-426568447ABB}"/>
          </ac:spMkLst>
        </pc:spChg>
        <pc:spChg chg="mod">
          <ac:chgData name="Nazar Meredov" userId="S::xmeredov@stuba.sk::b4d9f006-4ce1-418e-844e-eba4b1c3d4d2" providerId="AD" clId="Web-{0ADF7A8F-2892-1637-BC57-4B43343D5943}" dt="2026-01-21T01:20:25.868" v="585" actId="1076"/>
          <ac:spMkLst>
            <pc:docMk/>
            <pc:sldMk cId="2114098839" sldId="282"/>
            <ac:spMk id="3" creationId="{57C33BFC-2AD0-18D5-3B7C-B590415CD058}"/>
          </ac:spMkLst>
        </pc:spChg>
        <pc:spChg chg="mod">
          <ac:chgData name="Nazar Meredov" userId="S::xmeredov@stuba.sk::b4d9f006-4ce1-418e-844e-eba4b1c3d4d2" providerId="AD" clId="Web-{0ADF7A8F-2892-1637-BC57-4B43343D5943}" dt="2026-01-21T01:20:43.228" v="589"/>
          <ac:spMkLst>
            <pc:docMk/>
            <pc:sldMk cId="2114098839" sldId="282"/>
            <ac:spMk id="4" creationId="{510A4B23-C77D-07B5-0DDC-EC7FBEC66CE2}"/>
          </ac:spMkLst>
        </pc:spChg>
        <pc:spChg chg="add mod">
          <ac:chgData name="Nazar Meredov" userId="S::xmeredov@stuba.sk::b4d9f006-4ce1-418e-844e-eba4b1c3d4d2" providerId="AD" clId="Web-{0ADF7A8F-2892-1637-BC57-4B43343D5943}" dt="2026-01-21T01:23:39.932" v="672" actId="20577"/>
          <ac:spMkLst>
            <pc:docMk/>
            <pc:sldMk cId="2114098839" sldId="282"/>
            <ac:spMk id="5" creationId="{7F65EE6D-323B-3DC4-105F-81AB35338620}"/>
          </ac:spMkLst>
        </pc:spChg>
        <pc:spChg chg="mod">
          <ac:chgData name="Nazar Meredov" userId="S::xmeredov@stuba.sk::b4d9f006-4ce1-418e-844e-eba4b1c3d4d2" providerId="AD" clId="Web-{0ADF7A8F-2892-1637-BC57-4B43343D5943}" dt="2026-01-21T02:40:20.551" v="1443" actId="20577"/>
          <ac:spMkLst>
            <pc:docMk/>
            <pc:sldMk cId="2114098839" sldId="282"/>
            <ac:spMk id="7" creationId="{0107BE59-47DA-7954-3D78-921E9ED5BA8F}"/>
          </ac:spMkLst>
        </pc:spChg>
        <pc:spChg chg="add mod">
          <ac:chgData name="Nazar Meredov" userId="S::xmeredov@stuba.sk::b4d9f006-4ce1-418e-844e-eba4b1c3d4d2" providerId="AD" clId="Web-{0ADF7A8F-2892-1637-BC57-4B43343D5943}" dt="2026-01-21T01:23:43.276" v="673" actId="20577"/>
          <ac:spMkLst>
            <pc:docMk/>
            <pc:sldMk cId="2114098839" sldId="282"/>
            <ac:spMk id="8" creationId="{13CBC057-C54C-049A-7ECC-4B1FA502E251}"/>
          </ac:spMkLst>
        </pc:spChg>
        <pc:spChg chg="add mod">
          <ac:chgData name="Nazar Meredov" userId="S::xmeredov@stuba.sk::b4d9f006-4ce1-418e-844e-eba4b1c3d4d2" providerId="AD" clId="Web-{0ADF7A8F-2892-1637-BC57-4B43343D5943}" dt="2026-01-21T01:23:47.229" v="675" actId="20577"/>
          <ac:spMkLst>
            <pc:docMk/>
            <pc:sldMk cId="2114098839" sldId="282"/>
            <ac:spMk id="9" creationId="{A9F50128-78C2-7EA9-2901-06C38ADCC1D5}"/>
          </ac:spMkLst>
        </pc:spChg>
        <pc:spChg chg="add mod">
          <ac:chgData name="Nazar Meredov" userId="S::xmeredov@stuba.sk::b4d9f006-4ce1-418e-844e-eba4b1c3d4d2" providerId="AD" clId="Web-{0ADF7A8F-2892-1637-BC57-4B43343D5943}" dt="2026-01-21T01:23:49.479" v="676" actId="20577"/>
          <ac:spMkLst>
            <pc:docMk/>
            <pc:sldMk cId="2114098839" sldId="282"/>
            <ac:spMk id="10" creationId="{5A8ACFAA-FA15-E5C4-AD8C-3DF80BA52671}"/>
          </ac:spMkLst>
        </pc:spChg>
        <pc:picChg chg="add mod">
          <ac:chgData name="Nazar Meredov" userId="S::xmeredov@stuba.sk::b4d9f006-4ce1-418e-844e-eba4b1c3d4d2" providerId="AD" clId="Web-{0ADF7A8F-2892-1637-BC57-4B43343D5943}" dt="2026-01-21T01:52:17.035" v="947"/>
          <ac:picMkLst>
            <pc:docMk/>
            <pc:sldMk cId="2114098839" sldId="282"/>
            <ac:picMk id="11" creationId="{0FECF8AC-1BF2-1848-C77A-082B36079D86}"/>
          </ac:picMkLst>
        </pc:picChg>
        <pc:picChg chg="add mod">
          <ac:chgData name="Nazar Meredov" userId="S::xmeredov@stuba.sk::b4d9f006-4ce1-418e-844e-eba4b1c3d4d2" providerId="AD" clId="Web-{0ADF7A8F-2892-1637-BC57-4B43343D5943}" dt="2026-01-21T01:52:17.035" v="948"/>
          <ac:picMkLst>
            <pc:docMk/>
            <pc:sldMk cId="2114098839" sldId="282"/>
            <ac:picMk id="12" creationId="{EB6E592E-E645-A924-824D-4F8B16C10DFC}"/>
          </ac:picMkLst>
        </pc:picChg>
        <pc:picChg chg="add mod">
          <ac:chgData name="Nazar Meredov" userId="S::xmeredov@stuba.sk::b4d9f006-4ce1-418e-844e-eba4b1c3d4d2" providerId="AD" clId="Web-{0ADF7A8F-2892-1637-BC57-4B43343D5943}" dt="2026-01-21T01:52:17.035" v="949"/>
          <ac:picMkLst>
            <pc:docMk/>
            <pc:sldMk cId="2114098839" sldId="282"/>
            <ac:picMk id="13" creationId="{8304FA2D-2656-28E2-E4C7-94928C9DFAE8}"/>
          </ac:picMkLst>
        </pc:picChg>
        <pc:picChg chg="add mod">
          <ac:chgData name="Nazar Meredov" userId="S::xmeredov@stuba.sk::b4d9f006-4ce1-418e-844e-eba4b1c3d4d2" providerId="AD" clId="Web-{0ADF7A8F-2892-1637-BC57-4B43343D5943}" dt="2026-01-21T01:52:17.066" v="950"/>
          <ac:picMkLst>
            <pc:docMk/>
            <pc:sldMk cId="2114098839" sldId="282"/>
            <ac:picMk id="14" creationId="{5E022BC9-CCBE-8F39-55A9-DFAF302F57A3}"/>
          </ac:picMkLst>
        </pc:picChg>
        <pc:picChg chg="add mod">
          <ac:chgData name="Nazar Meredov" userId="S::xmeredov@stuba.sk::b4d9f006-4ce1-418e-844e-eba4b1c3d4d2" providerId="AD" clId="Web-{0ADF7A8F-2892-1637-BC57-4B43343D5943}" dt="2026-01-21T01:22:36.021" v="657"/>
          <ac:picMkLst>
            <pc:docMk/>
            <pc:sldMk cId="2114098839" sldId="282"/>
            <ac:picMk id="16" creationId="{0F898FDE-EEAA-35F5-B8CB-BCD9F1270D47}"/>
          </ac:picMkLst>
        </pc:picChg>
        <pc:picChg chg="add mod">
          <ac:chgData name="Nazar Meredov" userId="S::xmeredov@stuba.sk::b4d9f006-4ce1-418e-844e-eba4b1c3d4d2" providerId="AD" clId="Web-{0ADF7A8F-2892-1637-BC57-4B43343D5943}" dt="2026-01-21T01:22:36.021" v="658"/>
          <ac:picMkLst>
            <pc:docMk/>
            <pc:sldMk cId="2114098839" sldId="282"/>
            <ac:picMk id="18" creationId="{E3EF2A71-F101-4250-025F-3D9135FD0EC6}"/>
          </ac:picMkLst>
        </pc:picChg>
        <pc:picChg chg="add mod">
          <ac:chgData name="Nazar Meredov" userId="S::xmeredov@stuba.sk::b4d9f006-4ce1-418e-844e-eba4b1c3d4d2" providerId="AD" clId="Web-{0ADF7A8F-2892-1637-BC57-4B43343D5943}" dt="2026-01-21T01:22:36.068" v="659"/>
          <ac:picMkLst>
            <pc:docMk/>
            <pc:sldMk cId="2114098839" sldId="282"/>
            <ac:picMk id="19" creationId="{ABBD0342-7B2C-3BDB-7EDE-F9A83E20A2F3}"/>
          </ac:picMkLst>
        </pc:picChg>
      </pc:sldChg>
      <pc:sldChg chg="addSp modSp new">
        <pc:chgData name="Nazar Meredov" userId="S::xmeredov@stuba.sk::b4d9f006-4ce1-418e-844e-eba4b1c3d4d2" providerId="AD" clId="Web-{0ADF7A8F-2892-1637-BC57-4B43343D5943}" dt="2026-01-21T02:40:45.273" v="1459" actId="20577"/>
        <pc:sldMkLst>
          <pc:docMk/>
          <pc:sldMk cId="1670650125" sldId="283"/>
        </pc:sldMkLst>
        <pc:spChg chg="mod">
          <ac:chgData name="Nazar Meredov" userId="S::xmeredov@stuba.sk::b4d9f006-4ce1-418e-844e-eba4b1c3d4d2" providerId="AD" clId="Web-{0ADF7A8F-2892-1637-BC57-4B43343D5943}" dt="2026-01-21T02:20:55.505" v="1139" actId="20577"/>
          <ac:spMkLst>
            <pc:docMk/>
            <pc:sldMk cId="1670650125" sldId="283"/>
            <ac:spMk id="2" creationId="{9C49A2B1-D5B4-42AC-EBC4-1AB5EF611164}"/>
          </ac:spMkLst>
        </pc:spChg>
        <pc:spChg chg="mod">
          <ac:chgData name="Nazar Meredov" userId="S::xmeredov@stuba.sk::b4d9f006-4ce1-418e-844e-eba4b1c3d4d2" providerId="AD" clId="Web-{0ADF7A8F-2892-1637-BC57-4B43343D5943}" dt="2026-01-21T02:20:59.239" v="1141" actId="20577"/>
          <ac:spMkLst>
            <pc:docMk/>
            <pc:sldMk cId="1670650125" sldId="283"/>
            <ac:spMk id="3" creationId="{94B61330-B292-1C5E-E0E4-EA67C17559EB}"/>
          </ac:spMkLst>
        </pc:spChg>
        <pc:spChg chg="add">
          <ac:chgData name="Nazar Meredov" userId="S::xmeredov@stuba.sk::b4d9f006-4ce1-418e-844e-eba4b1c3d4d2" providerId="AD" clId="Web-{0ADF7A8F-2892-1637-BC57-4B43343D5943}" dt="2026-01-21T01:51:51.064" v="944"/>
          <ac:spMkLst>
            <pc:docMk/>
            <pc:sldMk cId="1670650125" sldId="283"/>
            <ac:spMk id="5" creationId="{888C6580-9FFC-4C59-0E97-CE2129735433}"/>
          </ac:spMkLst>
        </pc:spChg>
        <pc:spChg chg="add mod">
          <ac:chgData name="Nazar Meredov" userId="S::xmeredov@stuba.sk::b4d9f006-4ce1-418e-844e-eba4b1c3d4d2" providerId="AD" clId="Web-{0ADF7A8F-2892-1637-BC57-4B43343D5943}" dt="2026-01-21T02:40:45.273" v="1459" actId="20577"/>
          <ac:spMkLst>
            <pc:docMk/>
            <pc:sldMk cId="1670650125" sldId="283"/>
            <ac:spMk id="7" creationId="{7848B255-8C10-E3F1-426F-EB71D1A6F8E8}"/>
          </ac:spMkLst>
        </pc:spChg>
        <pc:spChg chg="add mod">
          <ac:chgData name="Nazar Meredov" userId="S::xmeredov@stuba.sk::b4d9f006-4ce1-418e-844e-eba4b1c3d4d2" providerId="AD" clId="Web-{0ADF7A8F-2892-1637-BC57-4B43343D5943}" dt="2026-01-21T02:21:14.474" v="1150" actId="20577"/>
          <ac:spMkLst>
            <pc:docMk/>
            <pc:sldMk cId="1670650125" sldId="283"/>
            <ac:spMk id="10" creationId="{84357B36-5F9D-8B09-3863-13609BA1FFFE}"/>
          </ac:spMkLst>
        </pc:spChg>
        <pc:spChg chg="add mod">
          <ac:chgData name="Nazar Meredov" userId="S::xmeredov@stuba.sk::b4d9f006-4ce1-418e-844e-eba4b1c3d4d2" providerId="AD" clId="Web-{0ADF7A8F-2892-1637-BC57-4B43343D5943}" dt="2026-01-21T02:21:20.364" v="1153" actId="20577"/>
          <ac:spMkLst>
            <pc:docMk/>
            <pc:sldMk cId="1670650125" sldId="283"/>
            <ac:spMk id="11" creationId="{27A5A9A2-E8DB-FCEC-EADF-571D1473FAE8}"/>
          </ac:spMkLst>
        </pc:spChg>
        <pc:spChg chg="add mod">
          <ac:chgData name="Nazar Meredov" userId="S::xmeredov@stuba.sk::b4d9f006-4ce1-418e-844e-eba4b1c3d4d2" providerId="AD" clId="Web-{0ADF7A8F-2892-1637-BC57-4B43343D5943}" dt="2026-01-21T02:21:17.239" v="1152" actId="20577"/>
          <ac:spMkLst>
            <pc:docMk/>
            <pc:sldMk cId="1670650125" sldId="283"/>
            <ac:spMk id="12" creationId="{7DDA0B74-1060-2000-32B1-F08B15288199}"/>
          </ac:spMkLst>
        </pc:spChg>
        <pc:spChg chg="add mod">
          <ac:chgData name="Nazar Meredov" userId="S::xmeredov@stuba.sk::b4d9f006-4ce1-418e-844e-eba4b1c3d4d2" providerId="AD" clId="Web-{0ADF7A8F-2892-1637-BC57-4B43343D5943}" dt="2026-01-21T02:21:30.006" v="1158" actId="20577"/>
          <ac:spMkLst>
            <pc:docMk/>
            <pc:sldMk cId="1670650125" sldId="283"/>
            <ac:spMk id="13" creationId="{CA927279-3B60-FA76-9CA9-078D584F1536}"/>
          </ac:spMkLst>
        </pc:spChg>
        <pc:spChg chg="add mod">
          <ac:chgData name="Nazar Meredov" userId="S::xmeredov@stuba.sk::b4d9f006-4ce1-418e-844e-eba4b1c3d4d2" providerId="AD" clId="Web-{0ADF7A8F-2892-1637-BC57-4B43343D5943}" dt="2026-01-21T02:21:26.630" v="1156" actId="20577"/>
          <ac:spMkLst>
            <pc:docMk/>
            <pc:sldMk cId="1670650125" sldId="283"/>
            <ac:spMk id="14" creationId="{ADE729E4-8043-946B-41D5-FE210BE3E74D}"/>
          </ac:spMkLst>
        </pc:spChg>
        <pc:spChg chg="add mod">
          <ac:chgData name="Nazar Meredov" userId="S::xmeredov@stuba.sk::b4d9f006-4ce1-418e-844e-eba4b1c3d4d2" providerId="AD" clId="Web-{0ADF7A8F-2892-1637-BC57-4B43343D5943}" dt="2026-01-21T02:21:02.817" v="1143" actId="20577"/>
          <ac:spMkLst>
            <pc:docMk/>
            <pc:sldMk cId="1670650125" sldId="283"/>
            <ac:spMk id="15" creationId="{3644A18A-08AC-1E21-21E7-59CE96EF920C}"/>
          </ac:spMkLst>
        </pc:spChg>
        <pc:picChg chg="add">
          <ac:chgData name="Nazar Meredov" userId="S::xmeredov@stuba.sk::b4d9f006-4ce1-418e-844e-eba4b1c3d4d2" providerId="AD" clId="Web-{0ADF7A8F-2892-1637-BC57-4B43343D5943}" dt="2026-01-21T01:51:56.924" v="946"/>
          <ac:picMkLst>
            <pc:docMk/>
            <pc:sldMk cId="1670650125" sldId="283"/>
            <ac:picMk id="9" creationId="{7BF9DB27-297D-7B12-9A4D-AFB80C4B2679}"/>
          </ac:picMkLst>
        </pc:picChg>
      </pc:sldChg>
      <pc:sldChg chg="addSp delSp modSp new">
        <pc:chgData name="Nazar Meredov" userId="S::xmeredov@stuba.sk::b4d9f006-4ce1-418e-844e-eba4b1c3d4d2" providerId="AD" clId="Web-{0ADF7A8F-2892-1637-BC57-4B43343D5943}" dt="2026-01-21T02:40:42.179" v="1455" actId="20577"/>
        <pc:sldMkLst>
          <pc:docMk/>
          <pc:sldMk cId="2630108789" sldId="286"/>
        </pc:sldMkLst>
        <pc:spChg chg="mod">
          <ac:chgData name="Nazar Meredov" userId="S::xmeredov@stuba.sk::b4d9f006-4ce1-418e-844e-eba4b1c3d4d2" providerId="AD" clId="Web-{0ADF7A8F-2892-1637-BC57-4B43343D5943}" dt="2026-01-21T02:06:40.859" v="974" actId="20577"/>
          <ac:spMkLst>
            <pc:docMk/>
            <pc:sldMk cId="2630108789" sldId="286"/>
            <ac:spMk id="2" creationId="{FC769269-A488-069A-3573-F2D1F1A3F5FB}"/>
          </ac:spMkLst>
        </pc:spChg>
        <pc:spChg chg="add">
          <ac:chgData name="Nazar Meredov" userId="S::xmeredov@stuba.sk::b4d9f006-4ce1-418e-844e-eba4b1c3d4d2" providerId="AD" clId="Web-{0ADF7A8F-2892-1637-BC57-4B43343D5943}" dt="2026-01-21T02:01:27.487" v="952"/>
          <ac:spMkLst>
            <pc:docMk/>
            <pc:sldMk cId="2630108789" sldId="286"/>
            <ac:spMk id="5" creationId="{9FA4A311-0249-4EE1-89FB-D43032C174E6}"/>
          </ac:spMkLst>
        </pc:spChg>
      </pc:sldChg>
    </pc:docChg>
  </pc:docChgLst>
  <pc:docChgLst>
    <pc:chgData name="Nazar Meredov" userId="S::xmeredov@stuba.sk::b4d9f006-4ce1-418e-844e-eba4b1c3d4d2" providerId="AD" clId="Web-{1B361351-54A5-13B6-4F3B-F24CECFF40C6}"/>
    <pc:docChg chg="modSld sldOrd">
      <pc:chgData name="Nazar Meredov" userId="S::xmeredov@stuba.sk::b4d9f006-4ce1-418e-844e-eba4b1c3d4d2" providerId="AD" clId="Web-{1B361351-54A5-13B6-4F3B-F24CECFF40C6}" dt="2026-01-29T10:47:18.959" v="320" actId="20577"/>
      <pc:docMkLst>
        <pc:docMk/>
      </pc:docMkLst>
      <pc:sldChg chg="modSp">
        <pc:chgData name="Nazar Meredov" userId="S::xmeredov@stuba.sk::b4d9f006-4ce1-418e-844e-eba4b1c3d4d2" providerId="AD" clId="Web-{1B361351-54A5-13B6-4F3B-F24CECFF40C6}" dt="2026-01-29T10:13:40.850" v="32" actId="20577"/>
        <pc:sldMkLst>
          <pc:docMk/>
          <pc:sldMk cId="1617374812" sldId="259"/>
        </pc:sldMkLst>
        <pc:spChg chg="mod">
          <ac:chgData name="Nazar Meredov" userId="S::xmeredov@stuba.sk::b4d9f006-4ce1-418e-844e-eba4b1c3d4d2" providerId="AD" clId="Web-{1B361351-54A5-13B6-4F3B-F24CECFF40C6}" dt="2026-01-29T10:13:40.850" v="32" actId="20577"/>
          <ac:spMkLst>
            <pc:docMk/>
            <pc:sldMk cId="1617374812" sldId="259"/>
            <ac:spMk id="13" creationId="{DCA3AE2D-1207-361F-2A6D-B8118C39970D}"/>
          </ac:spMkLst>
        </pc:spChg>
      </pc:sldChg>
      <pc:sldChg chg="modSp modNotes">
        <pc:chgData name="Nazar Meredov" userId="S::xmeredov@stuba.sk::b4d9f006-4ce1-418e-844e-eba4b1c3d4d2" providerId="AD" clId="Web-{1B361351-54A5-13B6-4F3B-F24CECFF40C6}" dt="2026-01-29T10:30:08.410" v="122" actId="20577"/>
        <pc:sldMkLst>
          <pc:docMk/>
          <pc:sldMk cId="3673452103" sldId="261"/>
        </pc:sldMkLst>
        <pc:spChg chg="mod">
          <ac:chgData name="Nazar Meredov" userId="S::xmeredov@stuba.sk::b4d9f006-4ce1-418e-844e-eba4b1c3d4d2" providerId="AD" clId="Web-{1B361351-54A5-13B6-4F3B-F24CECFF40C6}" dt="2026-01-29T10:28:34.481" v="112" actId="20577"/>
          <ac:spMkLst>
            <pc:docMk/>
            <pc:sldMk cId="3673452103" sldId="261"/>
            <ac:spMk id="5" creationId="{00D1C88F-CEC7-6F13-61EE-9E1BEF8C4CC9}"/>
          </ac:spMkLst>
        </pc:spChg>
        <pc:spChg chg="mod">
          <ac:chgData name="Nazar Meredov" userId="S::xmeredov@stuba.sk::b4d9f006-4ce1-418e-844e-eba4b1c3d4d2" providerId="AD" clId="Web-{1B361351-54A5-13B6-4F3B-F24CECFF40C6}" dt="2026-01-29T10:30:08.410" v="122" actId="20577"/>
          <ac:spMkLst>
            <pc:docMk/>
            <pc:sldMk cId="3673452103" sldId="261"/>
            <ac:spMk id="10" creationId="{4EBFBA2C-DBF0-12DC-0D67-99F6C57532E3}"/>
          </ac:spMkLst>
        </pc:spChg>
      </pc:sldChg>
      <pc:sldChg chg="modSp">
        <pc:chgData name="Nazar Meredov" userId="S::xmeredov@stuba.sk::b4d9f006-4ce1-418e-844e-eba4b1c3d4d2" providerId="AD" clId="Web-{1B361351-54A5-13B6-4F3B-F24CECFF40C6}" dt="2026-01-29T10:45:30.301" v="312"/>
        <pc:sldMkLst>
          <pc:docMk/>
          <pc:sldMk cId="2441451465" sldId="262"/>
        </pc:sldMkLst>
        <pc:spChg chg="mod">
          <ac:chgData name="Nazar Meredov" userId="S::xmeredov@stuba.sk::b4d9f006-4ce1-418e-844e-eba4b1c3d4d2" providerId="AD" clId="Web-{1B361351-54A5-13B6-4F3B-F24CECFF40C6}" dt="2026-01-29T10:38:39.375" v="158" actId="20577"/>
          <ac:spMkLst>
            <pc:docMk/>
            <pc:sldMk cId="2441451465" sldId="262"/>
            <ac:spMk id="3" creationId="{0C22358F-7BA7-A28F-2916-2EF0E40D0579}"/>
          </ac:spMkLst>
        </pc:spChg>
        <pc:graphicFrameChg chg="mod modGraphic">
          <ac:chgData name="Nazar Meredov" userId="S::xmeredov@stuba.sk::b4d9f006-4ce1-418e-844e-eba4b1c3d4d2" providerId="AD" clId="Web-{1B361351-54A5-13B6-4F3B-F24CECFF40C6}" dt="2026-01-29T10:45:30.301" v="312"/>
          <ac:graphicFrameMkLst>
            <pc:docMk/>
            <pc:sldMk cId="2441451465" sldId="262"/>
            <ac:graphicFrameMk id="8" creationId="{4BC4E77C-8874-195A-DA2C-35653E68EC21}"/>
          </ac:graphicFrameMkLst>
        </pc:graphicFrameChg>
      </pc:sldChg>
      <pc:sldChg chg="modSp">
        <pc:chgData name="Nazar Meredov" userId="S::xmeredov@stuba.sk::b4d9f006-4ce1-418e-844e-eba4b1c3d4d2" providerId="AD" clId="Web-{1B361351-54A5-13B6-4F3B-F24CECFF40C6}" dt="2026-01-29T10:47:18.959" v="320" actId="20577"/>
        <pc:sldMkLst>
          <pc:docMk/>
          <pc:sldMk cId="3390374261" sldId="263"/>
        </pc:sldMkLst>
        <pc:spChg chg="mod">
          <ac:chgData name="Nazar Meredov" userId="S::xmeredov@stuba.sk::b4d9f006-4ce1-418e-844e-eba4b1c3d4d2" providerId="AD" clId="Web-{1B361351-54A5-13B6-4F3B-F24CECFF40C6}" dt="2026-01-29T10:47:18.959" v="320" actId="20577"/>
          <ac:spMkLst>
            <pc:docMk/>
            <pc:sldMk cId="3390374261" sldId="263"/>
            <ac:spMk id="2" creationId="{D92897F5-5DBA-E542-3716-929DD1A3D5F7}"/>
          </ac:spMkLst>
        </pc:spChg>
        <pc:spChg chg="mod">
          <ac:chgData name="Nazar Meredov" userId="S::xmeredov@stuba.sk::b4d9f006-4ce1-418e-844e-eba4b1c3d4d2" providerId="AD" clId="Web-{1B361351-54A5-13B6-4F3B-F24CECFF40C6}" dt="2026-01-29T10:46:48.615" v="315" actId="20577"/>
          <ac:spMkLst>
            <pc:docMk/>
            <pc:sldMk cId="3390374261" sldId="263"/>
            <ac:spMk id="11" creationId="{5744DB6A-F9EE-8D80-FEAA-15DDA44B2811}"/>
          </ac:spMkLst>
        </pc:spChg>
      </pc:sldChg>
      <pc:sldChg chg="modNotes">
        <pc:chgData name="Nazar Meredov" userId="S::xmeredov@stuba.sk::b4d9f006-4ce1-418e-844e-eba4b1c3d4d2" providerId="AD" clId="Web-{1B361351-54A5-13B6-4F3B-F24CECFF40C6}" dt="2026-01-29T10:06:28.963" v="9"/>
        <pc:sldMkLst>
          <pc:docMk/>
          <pc:sldMk cId="1146600613" sldId="281"/>
        </pc:sldMkLst>
      </pc:sldChg>
      <pc:sldChg chg="modSp">
        <pc:chgData name="Nazar Meredov" userId="S::xmeredov@stuba.sk::b4d9f006-4ce1-418e-844e-eba4b1c3d4d2" providerId="AD" clId="Web-{1B361351-54A5-13B6-4F3B-F24CECFF40C6}" dt="2026-01-29T10:15:00.397" v="44" actId="20577"/>
        <pc:sldMkLst>
          <pc:docMk/>
          <pc:sldMk cId="2114098839" sldId="282"/>
        </pc:sldMkLst>
        <pc:spChg chg="mod">
          <ac:chgData name="Nazar Meredov" userId="S::xmeredov@stuba.sk::b4d9f006-4ce1-418e-844e-eba4b1c3d4d2" providerId="AD" clId="Web-{1B361351-54A5-13B6-4F3B-F24CECFF40C6}" dt="2026-01-29T10:15:00.397" v="44" actId="20577"/>
          <ac:spMkLst>
            <pc:docMk/>
            <pc:sldMk cId="2114098839" sldId="282"/>
            <ac:spMk id="3" creationId="{57C33BFC-2AD0-18D5-3B7C-B590415CD058}"/>
          </ac:spMkLst>
        </pc:spChg>
      </pc:sldChg>
      <pc:sldChg chg="modSp">
        <pc:chgData name="Nazar Meredov" userId="S::xmeredov@stuba.sk::b4d9f006-4ce1-418e-844e-eba4b1c3d4d2" providerId="AD" clId="Web-{1B361351-54A5-13B6-4F3B-F24CECFF40C6}" dt="2026-01-29T10:37:32.746" v="156" actId="20577"/>
        <pc:sldMkLst>
          <pc:docMk/>
          <pc:sldMk cId="1670650125" sldId="283"/>
        </pc:sldMkLst>
        <pc:spChg chg="mod">
          <ac:chgData name="Nazar Meredov" userId="S::xmeredov@stuba.sk::b4d9f006-4ce1-418e-844e-eba4b1c3d4d2" providerId="AD" clId="Web-{1B361351-54A5-13B6-4F3B-F24CECFF40C6}" dt="2026-01-29T10:32:36.694" v="123" actId="20577"/>
          <ac:spMkLst>
            <pc:docMk/>
            <pc:sldMk cId="1670650125" sldId="283"/>
            <ac:spMk id="2" creationId="{9C49A2B1-D5B4-42AC-EBC4-1AB5EF611164}"/>
          </ac:spMkLst>
        </pc:spChg>
        <pc:spChg chg="mod">
          <ac:chgData name="Nazar Meredov" userId="S::xmeredov@stuba.sk::b4d9f006-4ce1-418e-844e-eba4b1c3d4d2" providerId="AD" clId="Web-{1B361351-54A5-13B6-4F3B-F24CECFF40C6}" dt="2026-01-29T10:37:32.746" v="156" actId="20577"/>
          <ac:spMkLst>
            <pc:docMk/>
            <pc:sldMk cId="1670650125" sldId="283"/>
            <ac:spMk id="3" creationId="{94B61330-B292-1C5E-E0E4-EA67C17559EB}"/>
          </ac:spMkLst>
        </pc:spChg>
        <pc:spChg chg="mod">
          <ac:chgData name="Nazar Meredov" userId="S::xmeredov@stuba.sk::b4d9f006-4ce1-418e-844e-eba4b1c3d4d2" providerId="AD" clId="Web-{1B361351-54A5-13B6-4F3B-F24CECFF40C6}" dt="2026-01-29T10:36:40.915" v="136" actId="20577"/>
          <ac:spMkLst>
            <pc:docMk/>
            <pc:sldMk cId="1670650125" sldId="283"/>
            <ac:spMk id="15" creationId="{3644A18A-08AC-1E21-21E7-59CE96EF920C}"/>
          </ac:spMkLst>
        </pc:spChg>
      </pc:sldChg>
      <pc:sldChg chg="delSp modSp mod ord modShow">
        <pc:chgData name="Nazar Meredov" userId="S::xmeredov@stuba.sk::b4d9f006-4ce1-418e-844e-eba4b1c3d4d2" providerId="AD" clId="Web-{1B361351-54A5-13B6-4F3B-F24CECFF40C6}" dt="2026-01-29T10:19:42.320" v="52"/>
        <pc:sldMkLst>
          <pc:docMk/>
          <pc:sldMk cId="2630108789" sldId="286"/>
        </pc:sldMkLst>
        <pc:spChg chg="mod">
          <ac:chgData name="Nazar Meredov" userId="S::xmeredov@stuba.sk::b4d9f006-4ce1-418e-844e-eba4b1c3d4d2" providerId="AD" clId="Web-{1B361351-54A5-13B6-4F3B-F24CECFF40C6}" dt="2026-01-29T10:19:37.585" v="51" actId="14100"/>
          <ac:spMkLst>
            <pc:docMk/>
            <pc:sldMk cId="2630108789" sldId="286"/>
            <ac:spMk id="5" creationId="{9FA4A311-0249-4EE1-89FB-D43032C174E6}"/>
          </ac:spMkLst>
        </pc:spChg>
      </pc:sldChg>
    </pc:docChg>
  </pc:docChgLst>
  <pc:docChgLst>
    <pc:chgData name="Nazar Meredov" userId="S::xmeredov@stuba.sk::b4d9f006-4ce1-418e-844e-eba4b1c3d4d2" providerId="AD" clId="Web-{E71E5C41-BEBF-0328-C61D-475E67B89355}"/>
    <pc:docChg chg="addSld modSld sldOrd">
      <pc:chgData name="Nazar Meredov" userId="S::xmeredov@stuba.sk::b4d9f006-4ce1-418e-844e-eba4b1c3d4d2" providerId="AD" clId="Web-{E71E5C41-BEBF-0328-C61D-475E67B89355}" dt="2026-01-18T16:47:22.299" v="154" actId="20577"/>
      <pc:docMkLst>
        <pc:docMk/>
      </pc:docMkLst>
      <pc:sldChg chg="modSp">
        <pc:chgData name="Nazar Meredov" userId="S::xmeredov@stuba.sk::b4d9f006-4ce1-418e-844e-eba4b1c3d4d2" providerId="AD" clId="Web-{E71E5C41-BEBF-0328-C61D-475E67B89355}" dt="2026-01-16T20:44:35.245" v="65" actId="20577"/>
        <pc:sldMkLst>
          <pc:docMk/>
          <pc:sldMk cId="1720871179" sldId="256"/>
        </pc:sldMkLst>
        <pc:spChg chg="mod">
          <ac:chgData name="Nazar Meredov" userId="S::xmeredov@stuba.sk::b4d9f006-4ce1-418e-844e-eba4b1c3d4d2" providerId="AD" clId="Web-{E71E5C41-BEBF-0328-C61D-475E67B89355}" dt="2026-01-16T20:44:35.245" v="65" actId="20577"/>
          <ac:spMkLst>
            <pc:docMk/>
            <pc:sldMk cId="1720871179" sldId="256"/>
            <ac:spMk id="6" creationId="{FF951AFD-0071-4113-C26E-F96978814911}"/>
          </ac:spMkLst>
        </pc:spChg>
      </pc:sldChg>
      <pc:sldChg chg="modSp">
        <pc:chgData name="Nazar Meredov" userId="S::xmeredov@stuba.sk::b4d9f006-4ce1-418e-844e-eba4b1c3d4d2" providerId="AD" clId="Web-{E71E5C41-BEBF-0328-C61D-475E67B89355}" dt="2026-01-16T20:44:29.026" v="62" actId="20577"/>
        <pc:sldMkLst>
          <pc:docMk/>
          <pc:sldMk cId="1617374812" sldId="259"/>
        </pc:sldMkLst>
        <pc:spChg chg="mod">
          <ac:chgData name="Nazar Meredov" userId="S::xmeredov@stuba.sk::b4d9f006-4ce1-418e-844e-eba4b1c3d4d2" providerId="AD" clId="Web-{E71E5C41-BEBF-0328-C61D-475E67B89355}" dt="2026-01-16T20:44:29.026" v="62" actId="20577"/>
          <ac:spMkLst>
            <pc:docMk/>
            <pc:sldMk cId="1617374812" sldId="259"/>
            <ac:spMk id="7" creationId="{C97C73B4-50EA-B32E-A1DD-8EB53B63BF8A}"/>
          </ac:spMkLst>
        </pc:spChg>
      </pc:sldChg>
      <pc:sldChg chg="modSp">
        <pc:chgData name="Nazar Meredov" userId="S::xmeredov@stuba.sk::b4d9f006-4ce1-418e-844e-eba4b1c3d4d2" providerId="AD" clId="Web-{E71E5C41-BEBF-0328-C61D-475E67B89355}" dt="2026-01-16T20:44:22.932" v="59" actId="20577"/>
        <pc:sldMkLst>
          <pc:docMk/>
          <pc:sldMk cId="3020357040" sldId="260"/>
        </pc:sldMkLst>
        <pc:spChg chg="mod">
          <ac:chgData name="Nazar Meredov" userId="S::xmeredov@stuba.sk::b4d9f006-4ce1-418e-844e-eba4b1c3d4d2" providerId="AD" clId="Web-{E71E5C41-BEBF-0328-C61D-475E67B89355}" dt="2026-01-16T20:44:22.932" v="59" actId="20577"/>
          <ac:spMkLst>
            <pc:docMk/>
            <pc:sldMk cId="3020357040" sldId="260"/>
            <ac:spMk id="7" creationId="{2F7EA56B-68D5-90E3-E984-12A63C9B1055}"/>
          </ac:spMkLst>
        </pc:spChg>
      </pc:sldChg>
      <pc:sldChg chg="modSp">
        <pc:chgData name="Nazar Meredov" userId="S::xmeredov@stuba.sk::b4d9f006-4ce1-418e-844e-eba4b1c3d4d2" providerId="AD" clId="Web-{E71E5C41-BEBF-0328-C61D-475E67B89355}" dt="2026-01-16T20:44:15.995" v="54" actId="20577"/>
        <pc:sldMkLst>
          <pc:docMk/>
          <pc:sldMk cId="3673452103" sldId="261"/>
        </pc:sldMkLst>
        <pc:spChg chg="mod">
          <ac:chgData name="Nazar Meredov" userId="S::xmeredov@stuba.sk::b4d9f006-4ce1-418e-844e-eba4b1c3d4d2" providerId="AD" clId="Web-{E71E5C41-BEBF-0328-C61D-475E67B89355}" dt="2026-01-16T20:44:15.995" v="54" actId="20577"/>
          <ac:spMkLst>
            <pc:docMk/>
            <pc:sldMk cId="3673452103" sldId="261"/>
            <ac:spMk id="7" creationId="{0EF79162-8C3A-8432-941C-C580CDFDBAF4}"/>
          </ac:spMkLst>
        </pc:spChg>
      </pc:sldChg>
      <pc:sldChg chg="modSp">
        <pc:chgData name="Nazar Meredov" userId="S::xmeredov@stuba.sk::b4d9f006-4ce1-418e-844e-eba4b1c3d4d2" providerId="AD" clId="Web-{E71E5C41-BEBF-0328-C61D-475E67B89355}" dt="2026-01-16T20:43:56.244" v="44" actId="20577"/>
        <pc:sldMkLst>
          <pc:docMk/>
          <pc:sldMk cId="2742414154" sldId="265"/>
        </pc:sldMkLst>
        <pc:spChg chg="mod">
          <ac:chgData name="Nazar Meredov" userId="S::xmeredov@stuba.sk::b4d9f006-4ce1-418e-844e-eba4b1c3d4d2" providerId="AD" clId="Web-{E71E5C41-BEBF-0328-C61D-475E67B89355}" dt="2026-01-16T20:43:56.244" v="44" actId="20577"/>
          <ac:spMkLst>
            <pc:docMk/>
            <pc:sldMk cId="2742414154" sldId="265"/>
            <ac:spMk id="7" creationId="{2A326536-F439-DDE9-0F1B-705107A3A91F}"/>
          </ac:spMkLst>
        </pc:spChg>
      </pc:sldChg>
      <pc:sldChg chg="addSp delSp modSp ord">
        <pc:chgData name="Nazar Meredov" userId="S::xmeredov@stuba.sk::b4d9f006-4ce1-418e-844e-eba4b1c3d4d2" providerId="AD" clId="Web-{E71E5C41-BEBF-0328-C61D-475E67B89355}" dt="2026-01-18T16:37:45.987" v="95" actId="1076"/>
        <pc:sldMkLst>
          <pc:docMk/>
          <pc:sldMk cId="2644346514" sldId="270"/>
        </pc:sldMkLst>
        <pc:spChg chg="add">
          <ac:chgData name="Nazar Meredov" userId="S::xmeredov@stuba.sk::b4d9f006-4ce1-418e-844e-eba4b1c3d4d2" providerId="AD" clId="Web-{E71E5C41-BEBF-0328-C61D-475E67B89355}" dt="2026-01-16T20:43:18.181" v="14"/>
          <ac:spMkLst>
            <pc:docMk/>
            <pc:sldMk cId="2644346514" sldId="270"/>
            <ac:spMk id="3" creationId="{36BE7ED2-0578-86D7-7333-5D8C6837B61B}"/>
          </ac:spMkLst>
        </pc:spChg>
        <pc:spChg chg="add mod">
          <ac:chgData name="Nazar Meredov" userId="S::xmeredov@stuba.sk::b4d9f006-4ce1-418e-844e-eba4b1c3d4d2" providerId="AD" clId="Web-{E71E5C41-BEBF-0328-C61D-475E67B89355}" dt="2026-01-16T20:44:25.089" v="60" actId="20577"/>
          <ac:spMkLst>
            <pc:docMk/>
            <pc:sldMk cId="2644346514" sldId="270"/>
            <ac:spMk id="7" creationId="{62473BD0-BE5C-2A3F-7825-6DB11BC1CDFE}"/>
          </ac:spMkLst>
        </pc:spChg>
      </pc:sldChg>
      <pc:sldChg chg="ord">
        <pc:chgData name="Nazar Meredov" userId="S::xmeredov@stuba.sk::b4d9f006-4ce1-418e-844e-eba4b1c3d4d2" providerId="AD" clId="Web-{E71E5C41-BEBF-0328-C61D-475E67B89355}" dt="2026-01-16T20:42:58.915" v="9"/>
        <pc:sldMkLst>
          <pc:docMk/>
          <pc:sldMk cId="1858764050" sldId="271"/>
        </pc:sldMkLst>
      </pc:sldChg>
      <pc:sldChg chg="addSp delSp modSp ord">
        <pc:chgData name="Nazar Meredov" userId="S::xmeredov@stuba.sk::b4d9f006-4ce1-418e-844e-eba4b1c3d4d2" providerId="AD" clId="Web-{E71E5C41-BEBF-0328-C61D-475E67B89355}" dt="2026-01-18T16:36:53.719" v="82" actId="1076"/>
        <pc:sldMkLst>
          <pc:docMk/>
          <pc:sldMk cId="542723464" sldId="272"/>
        </pc:sldMkLst>
        <pc:spChg chg="add">
          <ac:chgData name="Nazar Meredov" userId="S::xmeredov@stuba.sk::b4d9f006-4ce1-418e-844e-eba4b1c3d4d2" providerId="AD" clId="Web-{E71E5C41-BEBF-0328-C61D-475E67B89355}" dt="2026-01-16T20:43:15.775" v="11"/>
          <ac:spMkLst>
            <pc:docMk/>
            <pc:sldMk cId="542723464" sldId="272"/>
            <ac:spMk id="3" creationId="{8B2F3677-DFDF-BB37-72F1-35CC6CC9D00B}"/>
          </ac:spMkLst>
        </pc:spChg>
        <pc:spChg chg="add mod">
          <ac:chgData name="Nazar Meredov" userId="S::xmeredov@stuba.sk::b4d9f006-4ce1-418e-844e-eba4b1c3d4d2" providerId="AD" clId="Web-{E71E5C41-BEBF-0328-C61D-475E67B89355}" dt="2026-01-16T20:44:26.933" v="61" actId="20577"/>
          <ac:spMkLst>
            <pc:docMk/>
            <pc:sldMk cId="542723464" sldId="272"/>
            <ac:spMk id="7" creationId="{7A4B9FC0-8047-174E-25F8-6586AA6E225C}"/>
          </ac:spMkLst>
        </pc:spChg>
      </pc:sldChg>
      <pc:sldChg chg="addSp delSp modSp ord">
        <pc:chgData name="Nazar Meredov" userId="S::xmeredov@stuba.sk::b4d9f006-4ce1-418e-844e-eba4b1c3d4d2" providerId="AD" clId="Web-{E71E5C41-BEBF-0328-C61D-475E67B89355}" dt="2026-01-18T16:42:35.497" v="106" actId="1076"/>
        <pc:sldMkLst>
          <pc:docMk/>
          <pc:sldMk cId="234977528" sldId="273"/>
        </pc:sldMkLst>
        <pc:spChg chg="add">
          <ac:chgData name="Nazar Meredov" userId="S::xmeredov@stuba.sk::b4d9f006-4ce1-418e-844e-eba4b1c3d4d2" providerId="AD" clId="Web-{E71E5C41-BEBF-0328-C61D-475E67B89355}" dt="2026-01-16T20:43:23.447" v="21"/>
          <ac:spMkLst>
            <pc:docMk/>
            <pc:sldMk cId="234977528" sldId="273"/>
            <ac:spMk id="9" creationId="{BC1D1133-0DBC-B74C-8AD4-3F337F138B49}"/>
          </ac:spMkLst>
        </pc:spChg>
        <pc:spChg chg="add mod">
          <ac:chgData name="Nazar Meredov" userId="S::xmeredov@stuba.sk::b4d9f006-4ce1-418e-844e-eba4b1c3d4d2" providerId="AD" clId="Web-{E71E5C41-BEBF-0328-C61D-475E67B89355}" dt="2026-01-16T20:44:18.979" v="58" actId="20577"/>
          <ac:spMkLst>
            <pc:docMk/>
            <pc:sldMk cId="234977528" sldId="273"/>
            <ac:spMk id="11" creationId="{0ED864D2-4DC1-0CC3-6B4E-ADD34FB495AA}"/>
          </ac:spMkLst>
        </pc:spChg>
      </pc:sldChg>
      <pc:sldChg chg="delSp modSp add replId">
        <pc:chgData name="Nazar Meredov" userId="S::xmeredov@stuba.sk::b4d9f006-4ce1-418e-844e-eba4b1c3d4d2" providerId="AD" clId="Web-{E71E5C41-BEBF-0328-C61D-475E67B89355}" dt="2026-01-18T16:47:22.299" v="154" actId="20577"/>
        <pc:sldMkLst>
          <pc:docMk/>
          <pc:sldMk cId="246858110" sldId="276"/>
        </pc:sldMkLst>
        <pc:spChg chg="mod">
          <ac:chgData name="Nazar Meredov" userId="S::xmeredov@stuba.sk::b4d9f006-4ce1-418e-844e-eba4b1c3d4d2" providerId="AD" clId="Web-{E71E5C41-BEBF-0328-C61D-475E67B89355}" dt="2026-01-18T16:47:22.299" v="154" actId="20577"/>
          <ac:spMkLst>
            <pc:docMk/>
            <pc:sldMk cId="246858110" sldId="276"/>
            <ac:spMk id="2" creationId="{3D5BCD62-17F7-59E6-F564-911036662388}"/>
          </ac:spMkLst>
        </pc:spChg>
      </pc:sldChg>
    </pc:docChg>
  </pc:docChgLst>
  <pc:docChgLst>
    <pc:chgData name="Nazar Meredov" userId="S::xmeredov@stuba.sk::b4d9f006-4ce1-418e-844e-eba4b1c3d4d2" providerId="AD" clId="Web-{AB0BD86C-4FE3-7A6C-4113-C442169D2E5E}"/>
    <pc:docChg chg="modSld">
      <pc:chgData name="Nazar Meredov" userId="S::xmeredov@stuba.sk::b4d9f006-4ce1-418e-844e-eba4b1c3d4d2" providerId="AD" clId="Web-{AB0BD86C-4FE3-7A6C-4113-C442169D2E5E}" dt="2026-01-19T20:13:51.816" v="0"/>
      <pc:docMkLst>
        <pc:docMk/>
      </pc:docMkLst>
    </pc:docChg>
  </pc:docChgLst>
  <pc:docChgLst>
    <pc:chgData name="Nazar Meredov" userId="S::xmeredov@stuba.sk::b4d9f006-4ce1-418e-844e-eba4b1c3d4d2" providerId="AD" clId="Web-{E6DFC77B-7D73-00AC-8986-3AAAE16EE3B7}"/>
    <pc:docChg chg="delSld modSld">
      <pc:chgData name="Nazar Meredov" userId="S::xmeredov@stuba.sk::b4d9f006-4ce1-418e-844e-eba4b1c3d4d2" providerId="AD" clId="Web-{E6DFC77B-7D73-00AC-8986-3AAAE16EE3B7}" dt="2026-01-29T10:59:48.998" v="40"/>
      <pc:docMkLst>
        <pc:docMk/>
      </pc:docMkLst>
      <pc:sldChg chg="modSp">
        <pc:chgData name="Nazar Meredov" userId="S::xmeredov@stuba.sk::b4d9f006-4ce1-418e-844e-eba4b1c3d4d2" providerId="AD" clId="Web-{E6DFC77B-7D73-00AC-8986-3AAAE16EE3B7}" dt="2026-01-29T10:50:24.361" v="2" actId="20577"/>
        <pc:sldMkLst>
          <pc:docMk/>
          <pc:sldMk cId="3390374261" sldId="263"/>
        </pc:sldMkLst>
        <pc:spChg chg="mod">
          <ac:chgData name="Nazar Meredov" userId="S::xmeredov@stuba.sk::b4d9f006-4ce1-418e-844e-eba4b1c3d4d2" providerId="AD" clId="Web-{E6DFC77B-7D73-00AC-8986-3AAAE16EE3B7}" dt="2026-01-29T10:50:24.361" v="2" actId="20577"/>
          <ac:spMkLst>
            <pc:docMk/>
            <pc:sldMk cId="3390374261" sldId="263"/>
            <ac:spMk id="11" creationId="{5744DB6A-F9EE-8D80-FEAA-15DDA44B2811}"/>
          </ac:spMkLst>
        </pc:spChg>
      </pc:sldChg>
      <pc:sldChg chg="modSp">
        <pc:chgData name="Nazar Meredov" userId="S::xmeredov@stuba.sk::b4d9f006-4ce1-418e-844e-eba4b1c3d4d2" providerId="AD" clId="Web-{E6DFC77B-7D73-00AC-8986-3AAAE16EE3B7}" dt="2026-01-29T10:55:23.887" v="38" actId="20577"/>
        <pc:sldMkLst>
          <pc:docMk/>
          <pc:sldMk cId="2742414154" sldId="265"/>
        </pc:sldMkLst>
        <pc:spChg chg="mod">
          <ac:chgData name="Nazar Meredov" userId="S::xmeredov@stuba.sk::b4d9f006-4ce1-418e-844e-eba4b1c3d4d2" providerId="AD" clId="Web-{E6DFC77B-7D73-00AC-8986-3AAAE16EE3B7}" dt="2026-01-29T10:55:23.887" v="38" actId="20577"/>
          <ac:spMkLst>
            <pc:docMk/>
            <pc:sldMk cId="2742414154" sldId="265"/>
            <ac:spMk id="3" creationId="{E1B80716-AC44-E6BE-1A33-8A0D7A6F3FDF}"/>
          </ac:spMkLst>
        </pc:spChg>
      </pc:sldChg>
      <pc:sldChg chg="modSp">
        <pc:chgData name="Nazar Meredov" userId="S::xmeredov@stuba.sk::b4d9f006-4ce1-418e-844e-eba4b1c3d4d2" providerId="AD" clId="Web-{E6DFC77B-7D73-00AC-8986-3AAAE16EE3B7}" dt="2026-01-29T10:59:20.138" v="39" actId="1076"/>
        <pc:sldMkLst>
          <pc:docMk/>
          <pc:sldMk cId="2630108789" sldId="286"/>
        </pc:sldMkLst>
        <pc:spChg chg="mod">
          <ac:chgData name="Nazar Meredov" userId="S::xmeredov@stuba.sk::b4d9f006-4ce1-418e-844e-eba4b1c3d4d2" providerId="AD" clId="Web-{E6DFC77B-7D73-00AC-8986-3AAAE16EE3B7}" dt="2026-01-29T10:59:20.138" v="39" actId="1076"/>
          <ac:spMkLst>
            <pc:docMk/>
            <pc:sldMk cId="2630108789" sldId="286"/>
            <ac:spMk id="2" creationId="{FC769269-A488-069A-3573-F2D1F1A3F5FB}"/>
          </ac:spMkLst>
        </pc:spChg>
      </pc:sldChg>
    </pc:docChg>
  </pc:docChgLst>
  <pc:docChgLst>
    <pc:chgData name="Nazar Meredov" userId="S::xmeredov@stuba.sk::b4d9f006-4ce1-418e-844e-eba4b1c3d4d2" providerId="AD" clId="Web-{22D3C0A0-CC63-D58A-D0A7-0AA168C7C531}"/>
    <pc:docChg chg="modSld">
      <pc:chgData name="Nazar Meredov" userId="S::xmeredov@stuba.sk::b4d9f006-4ce1-418e-844e-eba4b1c3d4d2" providerId="AD" clId="Web-{22D3C0A0-CC63-D58A-D0A7-0AA168C7C531}" dt="2026-01-28T13:45:03.064" v="122"/>
      <pc:docMkLst>
        <pc:docMk/>
      </pc:docMkLst>
      <pc:sldChg chg="addSp delSp modSp">
        <pc:chgData name="Nazar Meredov" userId="S::xmeredov@stuba.sk::b4d9f006-4ce1-418e-844e-eba4b1c3d4d2" providerId="AD" clId="Web-{22D3C0A0-CC63-D58A-D0A7-0AA168C7C531}" dt="2026-01-28T01:39:13.102" v="1"/>
        <pc:sldMkLst>
          <pc:docMk/>
          <pc:sldMk cId="1720871179" sldId="256"/>
        </pc:sldMkLst>
      </pc:sldChg>
      <pc:sldChg chg="addSp delSp modSp addAnim delAnim modNotes">
        <pc:chgData name="Nazar Meredov" userId="S::xmeredov@stuba.sk::b4d9f006-4ce1-418e-844e-eba4b1c3d4d2" providerId="AD" clId="Web-{22D3C0A0-CC63-D58A-D0A7-0AA168C7C531}" dt="2026-01-28T01:52:13.012" v="64"/>
        <pc:sldMkLst>
          <pc:docMk/>
          <pc:sldMk cId="1617374812" sldId="259"/>
        </pc:sldMkLst>
        <pc:spChg chg="mod">
          <ac:chgData name="Nazar Meredov" userId="S::xmeredov@stuba.sk::b4d9f006-4ce1-418e-844e-eba4b1c3d4d2" providerId="AD" clId="Web-{22D3C0A0-CC63-D58A-D0A7-0AA168C7C531}" dt="2026-01-28T01:39:46.541" v="5" actId="20577"/>
          <ac:spMkLst>
            <pc:docMk/>
            <pc:sldMk cId="1617374812" sldId="259"/>
            <ac:spMk id="13" creationId="{DCA3AE2D-1207-361F-2A6D-B8118C39970D}"/>
          </ac:spMkLst>
        </pc:spChg>
        <pc:picChg chg="add mod">
          <ac:chgData name="Nazar Meredov" userId="S::xmeredov@stuba.sk::b4d9f006-4ce1-418e-844e-eba4b1c3d4d2" providerId="AD" clId="Web-{22D3C0A0-CC63-D58A-D0A7-0AA168C7C531}" dt="2026-01-28T01:41:53.670" v="21"/>
          <ac:picMkLst>
            <pc:docMk/>
            <pc:sldMk cId="1617374812" sldId="259"/>
            <ac:picMk id="5" creationId="{C1DCC8BF-E7A9-FAF8-61A0-D62477B065CC}"/>
          </ac:picMkLst>
        </pc:picChg>
        <pc:picChg chg="add mod">
          <ac:chgData name="Nazar Meredov" userId="S::xmeredov@stuba.sk::b4d9f006-4ce1-418e-844e-eba4b1c3d4d2" providerId="AD" clId="Web-{22D3C0A0-CC63-D58A-D0A7-0AA168C7C531}" dt="2026-01-28T01:41:59.061" v="23"/>
          <ac:picMkLst>
            <pc:docMk/>
            <pc:sldMk cId="1617374812" sldId="259"/>
            <ac:picMk id="8" creationId="{7F2843C9-EBBD-6F2B-46AA-114723AD013F}"/>
          </ac:picMkLst>
        </pc:picChg>
      </pc:sldChg>
      <pc:sldChg chg="modNotes">
        <pc:chgData name="Nazar Meredov" userId="S::xmeredov@stuba.sk::b4d9f006-4ce1-418e-844e-eba4b1c3d4d2" providerId="AD" clId="Web-{22D3C0A0-CC63-D58A-D0A7-0AA168C7C531}" dt="2026-01-28T13:45:03.064" v="122"/>
        <pc:sldMkLst>
          <pc:docMk/>
          <pc:sldMk cId="3020357040" sldId="260"/>
        </pc:sldMkLst>
      </pc:sldChg>
      <pc:sldChg chg="modNotes">
        <pc:chgData name="Nazar Meredov" userId="S::xmeredov@stuba.sk::b4d9f006-4ce1-418e-844e-eba4b1c3d4d2" providerId="AD" clId="Web-{22D3C0A0-CC63-D58A-D0A7-0AA168C7C531}" dt="2026-01-28T03:07:18.216" v="97"/>
        <pc:sldMkLst>
          <pc:docMk/>
          <pc:sldMk cId="2742414154" sldId="265"/>
        </pc:sldMkLst>
      </pc:sldChg>
      <pc:sldChg chg="modNotes">
        <pc:chgData name="Nazar Meredov" userId="S::xmeredov@stuba.sk::b4d9f006-4ce1-418e-844e-eba4b1c3d4d2" providerId="AD" clId="Web-{22D3C0A0-CC63-D58A-D0A7-0AA168C7C531}" dt="2026-01-28T03:08:13.826" v="111"/>
        <pc:sldMkLst>
          <pc:docMk/>
          <pc:sldMk cId="246858110" sldId="276"/>
        </pc:sldMkLst>
      </pc:sldChg>
      <pc:sldChg chg="modNotes">
        <pc:chgData name="Nazar Meredov" userId="S::xmeredov@stuba.sk::b4d9f006-4ce1-418e-844e-eba4b1c3d4d2" providerId="AD" clId="Web-{22D3C0A0-CC63-D58A-D0A7-0AA168C7C531}" dt="2026-01-28T04:21:52.140" v="115"/>
        <pc:sldMkLst>
          <pc:docMk/>
          <pc:sldMk cId="88806951" sldId="279"/>
        </pc:sldMkLst>
      </pc:sldChg>
      <pc:sldChg chg="addAnim delAnim">
        <pc:chgData name="Nazar Meredov" userId="S::xmeredov@stuba.sk::b4d9f006-4ce1-418e-844e-eba4b1c3d4d2" providerId="AD" clId="Web-{22D3C0A0-CC63-D58A-D0A7-0AA168C7C531}" dt="2026-01-28T01:42:34.422" v="31"/>
        <pc:sldMkLst>
          <pc:docMk/>
          <pc:sldMk cId="2114098839" sldId="282"/>
        </pc:sldMkLst>
      </pc:sldChg>
    </pc:docChg>
  </pc:docChgLst>
  <pc:docChgLst>
    <pc:chgData name="Nazar Meredov" userId="S::xmeredov@stuba.sk::b4d9f006-4ce1-418e-844e-eba4b1c3d4d2" providerId="AD" clId="Web-{224FC35A-5401-C00C-D6E3-A3C5BA705D2B}"/>
    <pc:docChg chg="modSld">
      <pc:chgData name="Nazar Meredov" userId="S::xmeredov@stuba.sk::b4d9f006-4ce1-418e-844e-eba4b1c3d4d2" providerId="AD" clId="Web-{224FC35A-5401-C00C-D6E3-A3C5BA705D2B}" dt="2026-02-02T13:39:12.806" v="45" actId="1076"/>
      <pc:docMkLst>
        <pc:docMk/>
      </pc:docMkLst>
      <pc:sldChg chg="modSp">
        <pc:chgData name="Nazar Meredov" userId="S::xmeredov@stuba.sk::b4d9f006-4ce1-418e-844e-eba4b1c3d4d2" providerId="AD" clId="Web-{224FC35A-5401-C00C-D6E3-A3C5BA705D2B}" dt="2026-02-02T13:39:12.806" v="45" actId="1076"/>
        <pc:sldMkLst>
          <pc:docMk/>
          <pc:sldMk cId="88806951" sldId="279"/>
        </pc:sldMkLst>
        <pc:spChg chg="mod">
          <ac:chgData name="Nazar Meredov" userId="S::xmeredov@stuba.sk::b4d9f006-4ce1-418e-844e-eba4b1c3d4d2" providerId="AD" clId="Web-{224FC35A-5401-C00C-D6E3-A3C5BA705D2B}" dt="2026-02-02T13:39:06.509" v="44" actId="20577"/>
          <ac:spMkLst>
            <pc:docMk/>
            <pc:sldMk cId="88806951" sldId="279"/>
            <ac:spMk id="2" creationId="{E562AF2E-5A19-14E9-6754-69FBF02E1906}"/>
          </ac:spMkLst>
        </pc:spChg>
        <pc:spChg chg="mod">
          <ac:chgData name="Nazar Meredov" userId="S::xmeredov@stuba.sk::b4d9f006-4ce1-418e-844e-eba4b1c3d4d2" providerId="AD" clId="Web-{224FC35A-5401-C00C-D6E3-A3C5BA705D2B}" dt="2026-02-02T13:39:12.806" v="45" actId="1076"/>
          <ac:spMkLst>
            <pc:docMk/>
            <pc:sldMk cId="88806951" sldId="279"/>
            <ac:spMk id="3" creationId="{347D9D1F-A49D-45C0-43EE-4CD7197B65BC}"/>
          </ac:spMkLst>
        </pc:spChg>
      </pc:sldChg>
    </pc:docChg>
  </pc:docChgLst>
  <pc:docChgLst>
    <pc:chgData name="Nazar Meredov" userId="S::xmeredov@stuba.sk::b4d9f006-4ce1-418e-844e-eba4b1c3d4d2" providerId="AD" clId="Web-{A55CA568-0772-ABF3-5AFD-A5BBCF7F8473}"/>
    <pc:docChg chg="addSld delSld modSld sldOrd">
      <pc:chgData name="Nazar Meredov" userId="S::xmeredov@stuba.sk::b4d9f006-4ce1-418e-844e-eba4b1c3d4d2" providerId="AD" clId="Web-{A55CA568-0772-ABF3-5AFD-A5BBCF7F8473}" dt="2026-02-02T13:57:42.318" v="69" actId="1076"/>
      <pc:docMkLst>
        <pc:docMk/>
      </pc:docMkLst>
      <pc:sldChg chg="ord">
        <pc:chgData name="Nazar Meredov" userId="S::xmeredov@stuba.sk::b4d9f006-4ce1-418e-844e-eba4b1c3d4d2" providerId="AD" clId="Web-{A55CA568-0772-ABF3-5AFD-A5BBCF7F8473}" dt="2026-02-02T13:49:50.452" v="0"/>
        <pc:sldMkLst>
          <pc:docMk/>
          <pc:sldMk cId="1858764050" sldId="271"/>
        </pc:sldMkLst>
      </pc:sldChg>
      <pc:sldChg chg="addSp delSp modSp">
        <pc:chgData name="Nazar Meredov" userId="S::xmeredov@stuba.sk::b4d9f006-4ce1-418e-844e-eba4b1c3d4d2" providerId="AD" clId="Web-{A55CA568-0772-ABF3-5AFD-A5BBCF7F8473}" dt="2026-02-02T13:57:00.864" v="64" actId="1076"/>
        <pc:sldMkLst>
          <pc:docMk/>
          <pc:sldMk cId="542723464" sldId="272"/>
        </pc:sldMkLst>
        <pc:spChg chg="add del mod">
          <ac:chgData name="Nazar Meredov" userId="S::xmeredov@stuba.sk::b4d9f006-4ce1-418e-844e-eba4b1c3d4d2" providerId="AD" clId="Web-{A55CA568-0772-ABF3-5AFD-A5BBCF7F8473}" dt="2026-02-02T13:56:49.583" v="59"/>
          <ac:spMkLst>
            <pc:docMk/>
            <pc:sldMk cId="542723464" sldId="272"/>
            <ac:spMk id="5" creationId="{5B81B203-F02E-95B7-0184-C3AD1A3717DB}"/>
          </ac:spMkLst>
        </pc:spChg>
        <pc:picChg chg="add mod">
          <ac:chgData name="Nazar Meredov" userId="S::xmeredov@stuba.sk::b4d9f006-4ce1-418e-844e-eba4b1c3d4d2" providerId="AD" clId="Web-{A55CA568-0772-ABF3-5AFD-A5BBCF7F8473}" dt="2026-02-02T13:57:00.864" v="64" actId="1076"/>
          <ac:picMkLst>
            <pc:docMk/>
            <pc:sldMk cId="542723464" sldId="272"/>
            <ac:picMk id="2" creationId="{7B9A1299-FE0D-ACD0-E185-B824C109999D}"/>
          </ac:picMkLst>
        </pc:picChg>
        <pc:picChg chg="del mod">
          <ac:chgData name="Nazar Meredov" userId="S::xmeredov@stuba.sk::b4d9f006-4ce1-418e-844e-eba4b1c3d4d2" providerId="AD" clId="Web-{A55CA568-0772-ABF3-5AFD-A5BBCF7F8473}" dt="2026-02-02T13:56:42.270" v="55"/>
          <ac:picMkLst>
            <pc:docMk/>
            <pc:sldMk cId="542723464" sldId="272"/>
            <ac:picMk id="21" creationId="{B4B273E8-401E-E934-062F-9C8B07A1D02C}"/>
          </ac:picMkLst>
        </pc:picChg>
      </pc:sldChg>
      <pc:sldChg chg="addSp delSp modSp ord">
        <pc:chgData name="Nazar Meredov" userId="S::xmeredov@stuba.sk::b4d9f006-4ce1-418e-844e-eba4b1c3d4d2" providerId="AD" clId="Web-{A55CA568-0772-ABF3-5AFD-A5BBCF7F8473}" dt="2026-02-02T13:57:42.318" v="69" actId="1076"/>
        <pc:sldMkLst>
          <pc:docMk/>
          <pc:sldMk cId="2630108789" sldId="286"/>
        </pc:sldMkLst>
        <pc:spChg chg="mod">
          <ac:chgData name="Nazar Meredov" userId="S::xmeredov@stuba.sk::b4d9f006-4ce1-418e-844e-eba4b1c3d4d2" providerId="AD" clId="Web-{A55CA568-0772-ABF3-5AFD-A5BBCF7F8473}" dt="2026-02-02T13:51:14.990" v="22" actId="20577"/>
          <ac:spMkLst>
            <pc:docMk/>
            <pc:sldMk cId="2630108789" sldId="286"/>
            <ac:spMk id="2" creationId="{FC769269-A488-069A-3573-F2D1F1A3F5FB}"/>
          </ac:spMkLst>
        </pc:spChg>
        <pc:spChg chg="add del mod">
          <ac:chgData name="Nazar Meredov" userId="S::xmeredov@stuba.sk::b4d9f006-4ce1-418e-844e-eba4b1c3d4d2" providerId="AD" clId="Web-{A55CA568-0772-ABF3-5AFD-A5BBCF7F8473}" dt="2026-02-02T13:53:55.905" v="27"/>
          <ac:spMkLst>
            <pc:docMk/>
            <pc:sldMk cId="2630108789" sldId="286"/>
            <ac:spMk id="4" creationId="{E67F8E42-DA44-6AFC-8819-E520EE7145BB}"/>
          </ac:spMkLst>
        </pc:spChg>
        <pc:picChg chg="add mod ord modCrop">
          <ac:chgData name="Nazar Meredov" userId="S::xmeredov@stuba.sk::b4d9f006-4ce1-418e-844e-eba4b1c3d4d2" providerId="AD" clId="Web-{A55CA568-0772-ABF3-5AFD-A5BBCF7F8473}" dt="2026-02-02T13:57:42.318" v="69" actId="1076"/>
          <ac:picMkLst>
            <pc:docMk/>
            <pc:sldMk cId="2630108789" sldId="286"/>
            <ac:picMk id="6" creationId="{38758EE4-4B2E-079F-0BB2-D31CD39329EA}"/>
          </ac:picMkLst>
        </pc:picChg>
        <pc:picChg chg="del">
          <ac:chgData name="Nazar Meredov" userId="S::xmeredov@stuba.sk::b4d9f006-4ce1-418e-844e-eba4b1c3d4d2" providerId="AD" clId="Web-{A55CA568-0772-ABF3-5AFD-A5BBCF7F8473}" dt="2026-02-02T13:54:42.735" v="39"/>
          <ac:picMkLst>
            <pc:docMk/>
            <pc:sldMk cId="2630108789" sldId="286"/>
            <ac:picMk id="7" creationId="{35894DB1-B445-BB0E-C97D-D96D5CD44D3A}"/>
          </ac:picMkLst>
        </pc:picChg>
        <pc:picChg chg="del mod">
          <ac:chgData name="Nazar Meredov" userId="S::xmeredov@stuba.sk::b4d9f006-4ce1-418e-844e-eba4b1c3d4d2" providerId="AD" clId="Web-{A55CA568-0772-ABF3-5AFD-A5BBCF7F8473}" dt="2026-02-02T13:53:39.732" v="26"/>
          <ac:picMkLst>
            <pc:docMk/>
            <pc:sldMk cId="2630108789" sldId="286"/>
            <ac:picMk id="10" creationId="{74C233FF-C972-A7C5-C5DB-A69261E17934}"/>
          </ac:picMkLst>
        </pc:picChg>
      </pc:sldChg>
      <pc:sldChg chg="modSp add del">
        <pc:chgData name="Nazar Meredov" userId="S::xmeredov@stuba.sk::b4d9f006-4ce1-418e-844e-eba4b1c3d4d2" providerId="AD" clId="Web-{A55CA568-0772-ABF3-5AFD-A5BBCF7F8473}" dt="2026-02-02T13:51:09.739" v="20"/>
        <pc:sldMkLst>
          <pc:docMk/>
          <pc:sldMk cId="1097148169" sldId="289"/>
        </pc:sldMkLst>
        <pc:spChg chg="mod">
          <ac:chgData name="Nazar Meredov" userId="S::xmeredov@stuba.sk::b4d9f006-4ce1-418e-844e-eba4b1c3d4d2" providerId="AD" clId="Web-{A55CA568-0772-ABF3-5AFD-A5BBCF7F8473}" dt="2026-02-02T13:51:05.926" v="19" actId="20577"/>
          <ac:spMkLst>
            <pc:docMk/>
            <pc:sldMk cId="1097148169" sldId="289"/>
            <ac:spMk id="2" creationId="{FC769269-A488-069A-3573-F2D1F1A3F5FB}"/>
          </ac:spMkLst>
        </pc:spChg>
      </pc:sldChg>
      <pc:sldChg chg="addSp delSp modSp add">
        <pc:chgData name="Nazar Meredov" userId="S::xmeredov@stuba.sk::b4d9f006-4ce1-418e-844e-eba4b1c3d4d2" providerId="AD" clId="Web-{A55CA568-0772-ABF3-5AFD-A5BBCF7F8473}" dt="2026-02-02T13:55:30.518" v="50" actId="1076"/>
        <pc:sldMkLst>
          <pc:docMk/>
          <pc:sldMk cId="3721364418" sldId="289"/>
        </pc:sldMkLst>
        <pc:spChg chg="mod">
          <ac:chgData name="Nazar Meredov" userId="S::xmeredov@stuba.sk::b4d9f006-4ce1-418e-844e-eba4b1c3d4d2" providerId="AD" clId="Web-{A55CA568-0772-ABF3-5AFD-A5BBCF7F8473}" dt="2026-02-02T13:51:21.740" v="25" actId="20577"/>
          <ac:spMkLst>
            <pc:docMk/>
            <pc:sldMk cId="3721364418" sldId="289"/>
            <ac:spMk id="2" creationId="{FC769269-A488-069A-3573-F2D1F1A3F5FB}"/>
          </ac:spMkLst>
        </pc:spChg>
        <pc:spChg chg="add del mod">
          <ac:chgData name="Nazar Meredov" userId="S::xmeredov@stuba.sk::b4d9f006-4ce1-418e-844e-eba4b1c3d4d2" providerId="AD" clId="Web-{A55CA568-0772-ABF3-5AFD-A5BBCF7F8473}" dt="2026-02-02T13:54:54.938" v="42"/>
          <ac:spMkLst>
            <pc:docMk/>
            <pc:sldMk cId="3721364418" sldId="289"/>
            <ac:spMk id="4" creationId="{A2846DCD-613A-7A92-B188-BFD4D7BAEE8D}"/>
          </ac:spMkLst>
        </pc:spChg>
        <pc:picChg chg="add mod ord modCrop">
          <ac:chgData name="Nazar Meredov" userId="S::xmeredov@stuba.sk::b4d9f006-4ce1-418e-844e-eba4b1c3d4d2" providerId="AD" clId="Web-{A55CA568-0772-ABF3-5AFD-A5BBCF7F8473}" dt="2026-02-02T13:55:30.518" v="50" actId="1076"/>
          <ac:picMkLst>
            <pc:docMk/>
            <pc:sldMk cId="3721364418" sldId="289"/>
            <ac:picMk id="6" creationId="{FCDAF778-C4AA-5417-4225-301316D239DC}"/>
          </ac:picMkLst>
        </pc:picChg>
        <pc:picChg chg="del">
          <ac:chgData name="Nazar Meredov" userId="S::xmeredov@stuba.sk::b4d9f006-4ce1-418e-844e-eba4b1c3d4d2" providerId="AD" clId="Web-{A55CA568-0772-ABF3-5AFD-A5BBCF7F8473}" dt="2026-02-02T13:54:50.469" v="41"/>
          <ac:picMkLst>
            <pc:docMk/>
            <pc:sldMk cId="3721364418" sldId="289"/>
            <ac:picMk id="10" creationId="{74C233FF-C972-A7C5-C5DB-A69261E17934}"/>
          </ac:picMkLst>
        </pc:picChg>
      </pc:sldChg>
    </pc:docChg>
  </pc:docChgLst>
  <pc:docChgLst>
    <pc:chgData name="Nazar Meredov" userId="S::xmeredov@stuba.sk::b4d9f006-4ce1-418e-844e-eba4b1c3d4d2" providerId="AD" clId="Web-{0918E4EB-F7F9-B12D-FCD9-45A702AE48FE}"/>
    <pc:docChg chg="modSld">
      <pc:chgData name="Nazar Meredov" userId="S::xmeredov@stuba.sk::b4d9f006-4ce1-418e-844e-eba4b1c3d4d2" providerId="AD" clId="Web-{0918E4EB-F7F9-B12D-FCD9-45A702AE48FE}" dt="2026-02-02T02:04:19.559" v="19" actId="20577"/>
      <pc:docMkLst>
        <pc:docMk/>
      </pc:docMkLst>
      <pc:sldChg chg="modNotes">
        <pc:chgData name="Nazar Meredov" userId="S::xmeredov@stuba.sk::b4d9f006-4ce1-418e-844e-eba4b1c3d4d2" providerId="AD" clId="Web-{0918E4EB-F7F9-B12D-FCD9-45A702AE48FE}" dt="2026-02-02T01:21:29.903" v="5"/>
        <pc:sldMkLst>
          <pc:docMk/>
          <pc:sldMk cId="3020357040" sldId="260"/>
        </pc:sldMkLst>
      </pc:sldChg>
      <pc:sldChg chg="addSp modSp">
        <pc:chgData name="Nazar Meredov" userId="S::xmeredov@stuba.sk::b4d9f006-4ce1-418e-844e-eba4b1c3d4d2" providerId="AD" clId="Web-{0918E4EB-F7F9-B12D-FCD9-45A702AE48FE}" dt="2026-02-02T02:04:19.559" v="19" actId="20577"/>
        <pc:sldMkLst>
          <pc:docMk/>
          <pc:sldMk cId="88806951" sldId="279"/>
        </pc:sldMkLst>
        <pc:spChg chg="add mod">
          <ac:chgData name="Nazar Meredov" userId="S::xmeredov@stuba.sk::b4d9f006-4ce1-418e-844e-eba4b1c3d4d2" providerId="AD" clId="Web-{0918E4EB-F7F9-B12D-FCD9-45A702AE48FE}" dt="2026-02-02T02:04:19.559" v="19" actId="20577"/>
          <ac:spMkLst>
            <pc:docMk/>
            <pc:sldMk cId="88806951" sldId="279"/>
            <ac:spMk id="3" creationId="{347D9D1F-A49D-45C0-43EE-4CD7197B65BC}"/>
          </ac:spMkLst>
        </pc:spChg>
      </pc:sldChg>
    </pc:docChg>
  </pc:docChgLst>
  <pc:docChgLst>
    <pc:chgData name="Nazar Meredov" userId="S::xmeredov@stuba.sk::b4d9f006-4ce1-418e-844e-eba4b1c3d4d2" providerId="AD" clId="Web-{FAF5B1C0-7E3F-7AA8-9A98-7F0452DB5E0E}"/>
    <pc:docChg chg="modSld">
      <pc:chgData name="Nazar Meredov" userId="S::xmeredov@stuba.sk::b4d9f006-4ce1-418e-844e-eba4b1c3d4d2" providerId="AD" clId="Web-{FAF5B1C0-7E3F-7AA8-9A98-7F0452DB5E0E}" dt="2026-01-19T23:36:55.435" v="664"/>
      <pc:docMkLst>
        <pc:docMk/>
      </pc:docMkLst>
      <pc:sldChg chg="modNotes">
        <pc:chgData name="Nazar Meredov" userId="S::xmeredov@stuba.sk::b4d9f006-4ce1-418e-844e-eba4b1c3d4d2" providerId="AD" clId="Web-{FAF5B1C0-7E3F-7AA8-9A98-7F0452DB5E0E}" dt="2026-01-19T22:49:28.795" v="375"/>
        <pc:sldMkLst>
          <pc:docMk/>
          <pc:sldMk cId="3020357040" sldId="260"/>
        </pc:sldMkLst>
      </pc:sldChg>
      <pc:sldChg chg="modNotes">
        <pc:chgData name="Nazar Meredov" userId="S::xmeredov@stuba.sk::b4d9f006-4ce1-418e-844e-eba4b1c3d4d2" providerId="AD" clId="Web-{FAF5B1C0-7E3F-7AA8-9A98-7F0452DB5E0E}" dt="2026-01-19T22:45:20.860" v="372"/>
        <pc:sldMkLst>
          <pc:docMk/>
          <pc:sldMk cId="2644346514" sldId="270"/>
        </pc:sldMkLst>
      </pc:sldChg>
      <pc:sldChg chg="modNotes">
        <pc:chgData name="Nazar Meredov" userId="S::xmeredov@stuba.sk::b4d9f006-4ce1-418e-844e-eba4b1c3d4d2" providerId="AD" clId="Web-{FAF5B1C0-7E3F-7AA8-9A98-7F0452DB5E0E}" dt="2026-01-19T22:27:46.605" v="166"/>
        <pc:sldMkLst>
          <pc:docMk/>
          <pc:sldMk cId="542723464" sldId="272"/>
        </pc:sldMkLst>
      </pc:sldChg>
      <pc:sldChg chg="modNotes">
        <pc:chgData name="Nazar Meredov" userId="S::xmeredov@stuba.sk::b4d9f006-4ce1-418e-844e-eba4b1c3d4d2" providerId="AD" clId="Web-{FAF5B1C0-7E3F-7AA8-9A98-7F0452DB5E0E}" dt="2026-01-19T23:03:16.097" v="548"/>
        <pc:sldMkLst>
          <pc:docMk/>
          <pc:sldMk cId="234977528" sldId="273"/>
        </pc:sldMkLst>
      </pc:sldChg>
    </pc:docChg>
  </pc:docChgLst>
  <pc:docChgLst>
    <pc:chgData name="Nazar Meredov" userId="S::xmeredov@stuba.sk::b4d9f006-4ce1-418e-844e-eba4b1c3d4d2" providerId="AD" clId="Web-{5401B41F-2F30-0E0C-93A9-780B623B7672}"/>
    <pc:docChg chg="mod addSld delSld modSld sldOrd">
      <pc:chgData name="Nazar Meredov" userId="S::xmeredov@stuba.sk::b4d9f006-4ce1-418e-844e-eba4b1c3d4d2" providerId="AD" clId="Web-{5401B41F-2F30-0E0C-93A9-780B623B7672}" dt="2026-01-21T19:25:15.590" v="1337" actId="1076"/>
      <pc:docMkLst>
        <pc:docMk/>
      </pc:docMkLst>
      <pc:sldChg chg="modSp">
        <pc:chgData name="Nazar Meredov" userId="S::xmeredov@stuba.sk::b4d9f006-4ce1-418e-844e-eba4b1c3d4d2" providerId="AD" clId="Web-{5401B41F-2F30-0E0C-93A9-780B623B7672}" dt="2026-01-21T03:42:53.103" v="1210" actId="20577"/>
        <pc:sldMkLst>
          <pc:docMk/>
          <pc:sldMk cId="1720871179" sldId="256"/>
        </pc:sldMkLst>
        <pc:spChg chg="mod">
          <ac:chgData name="Nazar Meredov" userId="S::xmeredov@stuba.sk::b4d9f006-4ce1-418e-844e-eba4b1c3d4d2" providerId="AD" clId="Web-{5401B41F-2F30-0E0C-93A9-780B623B7672}" dt="2026-01-21T03:42:53.103" v="1210" actId="20577"/>
          <ac:spMkLst>
            <pc:docMk/>
            <pc:sldMk cId="1720871179" sldId="256"/>
            <ac:spMk id="6" creationId="{FF951AFD-0071-4113-C26E-F96978814911}"/>
          </ac:spMkLst>
        </pc:spChg>
      </pc:sldChg>
      <pc:sldChg chg="modSp">
        <pc:chgData name="Nazar Meredov" userId="S::xmeredov@stuba.sk::b4d9f006-4ce1-418e-844e-eba4b1c3d4d2" providerId="AD" clId="Web-{5401B41F-2F30-0E0C-93A9-780B623B7672}" dt="2026-01-21T19:25:15.590" v="1337" actId="1076"/>
        <pc:sldMkLst>
          <pc:docMk/>
          <pc:sldMk cId="1617374812" sldId="259"/>
        </pc:sldMkLst>
        <pc:spChg chg="mod">
          <ac:chgData name="Nazar Meredov" userId="S::xmeredov@stuba.sk::b4d9f006-4ce1-418e-844e-eba4b1c3d4d2" providerId="AD" clId="Web-{5401B41F-2F30-0E0C-93A9-780B623B7672}" dt="2026-01-21T03:04:45.882" v="193" actId="20577"/>
          <ac:spMkLst>
            <pc:docMk/>
            <pc:sldMk cId="1617374812" sldId="259"/>
            <ac:spMk id="3" creationId="{035FE48F-C7A5-D637-38CF-A01CEE2EE34D}"/>
          </ac:spMkLst>
        </pc:spChg>
        <pc:spChg chg="mod">
          <ac:chgData name="Nazar Meredov" userId="S::xmeredov@stuba.sk::b4d9f006-4ce1-418e-844e-eba4b1c3d4d2" providerId="AD" clId="Web-{5401B41F-2F30-0E0C-93A9-780B623B7672}" dt="2026-01-21T19:25:15.590" v="1337" actId="1076"/>
          <ac:spMkLst>
            <pc:docMk/>
            <pc:sldMk cId="1617374812" sldId="259"/>
            <ac:spMk id="4" creationId="{7FF891EA-5987-CE6C-16D2-A16E362D712D}"/>
          </ac:spMkLst>
        </pc:spChg>
        <pc:spChg chg="mod">
          <ac:chgData name="Nazar Meredov" userId="S::xmeredov@stuba.sk::b4d9f006-4ce1-418e-844e-eba4b1c3d4d2" providerId="AD" clId="Web-{5401B41F-2F30-0E0C-93A9-780B623B7672}" dt="2026-01-21T03:42:44.305" v="1206" actId="20577"/>
          <ac:spMkLst>
            <pc:docMk/>
            <pc:sldMk cId="1617374812" sldId="259"/>
            <ac:spMk id="7" creationId="{C97C73B4-50EA-B32E-A1DD-8EB53B63BF8A}"/>
          </ac:spMkLst>
        </pc:spChg>
      </pc:sldChg>
      <pc:sldChg chg="modSp">
        <pc:chgData name="Nazar Meredov" userId="S::xmeredov@stuba.sk::b4d9f006-4ce1-418e-844e-eba4b1c3d4d2" providerId="AD" clId="Web-{5401B41F-2F30-0E0C-93A9-780B623B7672}" dt="2026-01-21T03:42:37.039" v="1200" actId="20577"/>
        <pc:sldMkLst>
          <pc:docMk/>
          <pc:sldMk cId="3020357040" sldId="260"/>
        </pc:sldMkLst>
        <pc:spChg chg="mod">
          <ac:chgData name="Nazar Meredov" userId="S::xmeredov@stuba.sk::b4d9f006-4ce1-418e-844e-eba4b1c3d4d2" providerId="AD" clId="Web-{5401B41F-2F30-0E0C-93A9-780B623B7672}" dt="2026-01-21T03:42:37.039" v="1200" actId="20577"/>
          <ac:spMkLst>
            <pc:docMk/>
            <pc:sldMk cId="3020357040" sldId="260"/>
            <ac:spMk id="7" creationId="{2F7EA56B-68D5-90E3-E984-12A63C9B1055}"/>
          </ac:spMkLst>
        </pc:spChg>
        <pc:spChg chg="mod">
          <ac:chgData name="Nazar Meredov" userId="S::xmeredov@stuba.sk::b4d9f006-4ce1-418e-844e-eba4b1c3d4d2" providerId="AD" clId="Web-{5401B41F-2F30-0E0C-93A9-780B623B7672}" dt="2026-01-21T02:44:43.381" v="2" actId="20577"/>
          <ac:spMkLst>
            <pc:docMk/>
            <pc:sldMk cId="3020357040" sldId="260"/>
            <ac:spMk id="8" creationId="{EF97D0AA-F1E7-422B-69F7-CD674244FD83}"/>
          </ac:spMkLst>
        </pc:spChg>
      </pc:sldChg>
      <pc:sldChg chg="modSp">
        <pc:chgData name="Nazar Meredov" userId="S::xmeredov@stuba.sk::b4d9f006-4ce1-418e-844e-eba4b1c3d4d2" providerId="AD" clId="Web-{5401B41F-2F30-0E0C-93A9-780B623B7672}" dt="2026-01-21T03:42:30.569" v="1195" actId="20577"/>
        <pc:sldMkLst>
          <pc:docMk/>
          <pc:sldMk cId="3673452103" sldId="261"/>
        </pc:sldMkLst>
        <pc:spChg chg="mod">
          <ac:chgData name="Nazar Meredov" userId="S::xmeredov@stuba.sk::b4d9f006-4ce1-418e-844e-eba4b1c3d4d2" providerId="AD" clId="Web-{5401B41F-2F30-0E0C-93A9-780B623B7672}" dt="2026-01-21T03:05:08.195" v="198" actId="20577"/>
          <ac:spMkLst>
            <pc:docMk/>
            <pc:sldMk cId="3673452103" sldId="261"/>
            <ac:spMk id="5" creationId="{00D1C88F-CEC7-6F13-61EE-9E1BEF8C4CC9}"/>
          </ac:spMkLst>
        </pc:spChg>
        <pc:spChg chg="mod">
          <ac:chgData name="Nazar Meredov" userId="S::xmeredov@stuba.sk::b4d9f006-4ce1-418e-844e-eba4b1c3d4d2" providerId="AD" clId="Web-{5401B41F-2F30-0E0C-93A9-780B623B7672}" dt="2026-01-21T03:42:30.569" v="1195" actId="20577"/>
          <ac:spMkLst>
            <pc:docMk/>
            <pc:sldMk cId="3673452103" sldId="261"/>
            <ac:spMk id="7" creationId="{0EF79162-8C3A-8432-941C-C580CDFDBAF4}"/>
          </ac:spMkLst>
        </pc:spChg>
        <pc:spChg chg="mod">
          <ac:chgData name="Nazar Meredov" userId="S::xmeredov@stuba.sk::b4d9f006-4ce1-418e-844e-eba4b1c3d4d2" providerId="AD" clId="Web-{5401B41F-2F30-0E0C-93A9-780B623B7672}" dt="2026-01-21T03:05:15.883" v="201" actId="20577"/>
          <ac:spMkLst>
            <pc:docMk/>
            <pc:sldMk cId="3673452103" sldId="261"/>
            <ac:spMk id="10" creationId="{4EBFBA2C-DBF0-12DC-0D67-99F6C57532E3}"/>
          </ac:spMkLst>
        </pc:spChg>
      </pc:sldChg>
      <pc:sldChg chg="addSp delSp modSp">
        <pc:chgData name="Nazar Meredov" userId="S::xmeredov@stuba.sk::b4d9f006-4ce1-418e-844e-eba4b1c3d4d2" providerId="AD" clId="Web-{5401B41F-2F30-0E0C-93A9-780B623B7672}" dt="2026-01-21T03:42:24.038" v="1189" actId="20577"/>
        <pc:sldMkLst>
          <pc:docMk/>
          <pc:sldMk cId="2441451465" sldId="262"/>
        </pc:sldMkLst>
        <pc:spChg chg="mod">
          <ac:chgData name="Nazar Meredov" userId="S::xmeredov@stuba.sk::b4d9f006-4ce1-418e-844e-eba4b1c3d4d2" providerId="AD" clId="Web-{5401B41F-2F30-0E0C-93A9-780B623B7672}" dt="2026-01-21T03:09:28.983" v="218" actId="20577"/>
          <ac:spMkLst>
            <pc:docMk/>
            <pc:sldMk cId="2441451465" sldId="262"/>
            <ac:spMk id="2" creationId="{84896620-6DF1-89C7-52C4-544AFEBE41E5}"/>
          </ac:spMkLst>
        </pc:spChg>
        <pc:spChg chg="mod">
          <ac:chgData name="Nazar Meredov" userId="S::xmeredov@stuba.sk::b4d9f006-4ce1-418e-844e-eba4b1c3d4d2" providerId="AD" clId="Web-{5401B41F-2F30-0E0C-93A9-780B623B7672}" dt="2026-01-21T03:17:28.908" v="517" actId="20577"/>
          <ac:spMkLst>
            <pc:docMk/>
            <pc:sldMk cId="2441451465" sldId="262"/>
            <ac:spMk id="3" creationId="{0C22358F-7BA7-A28F-2916-2EF0E40D0579}"/>
          </ac:spMkLst>
        </pc:spChg>
        <pc:spChg chg="mod">
          <ac:chgData name="Nazar Meredov" userId="S::xmeredov@stuba.sk::b4d9f006-4ce1-418e-844e-eba4b1c3d4d2" providerId="AD" clId="Web-{5401B41F-2F30-0E0C-93A9-780B623B7672}" dt="2026-01-21T03:42:24.038" v="1189" actId="20577"/>
          <ac:spMkLst>
            <pc:docMk/>
            <pc:sldMk cId="2441451465" sldId="262"/>
            <ac:spMk id="7" creationId="{0A6F5271-A755-0976-FCAD-857E2686514D}"/>
          </ac:spMkLst>
        </pc:spChg>
        <pc:graphicFrameChg chg="add mod modGraphic">
          <ac:chgData name="Nazar Meredov" userId="S::xmeredov@stuba.sk::b4d9f006-4ce1-418e-844e-eba4b1c3d4d2" providerId="AD" clId="Web-{5401B41F-2F30-0E0C-93A9-780B623B7672}" dt="2026-01-21T03:35:01" v="1117"/>
          <ac:graphicFrameMkLst>
            <pc:docMk/>
            <pc:sldMk cId="2441451465" sldId="262"/>
            <ac:graphicFrameMk id="8" creationId="{4BC4E77C-8874-195A-DA2C-35653E68EC21}"/>
          </ac:graphicFrameMkLst>
        </pc:graphicFrameChg>
      </pc:sldChg>
      <pc:sldChg chg="addSp delSp modSp">
        <pc:chgData name="Nazar Meredov" userId="S::xmeredov@stuba.sk::b4d9f006-4ce1-418e-844e-eba4b1c3d4d2" providerId="AD" clId="Web-{5401B41F-2F30-0E0C-93A9-780B623B7672}" dt="2026-01-21T03:42:21.491" v="1188" actId="20577"/>
        <pc:sldMkLst>
          <pc:docMk/>
          <pc:sldMk cId="3390374261" sldId="263"/>
        </pc:sldMkLst>
        <pc:spChg chg="mod">
          <ac:chgData name="Nazar Meredov" userId="S::xmeredov@stuba.sk::b4d9f006-4ce1-418e-844e-eba4b1c3d4d2" providerId="AD" clId="Web-{5401B41F-2F30-0E0C-93A9-780B623B7672}" dt="2026-01-21T03:42:21.491" v="1188" actId="20577"/>
          <ac:spMkLst>
            <pc:docMk/>
            <pc:sldMk cId="3390374261" sldId="263"/>
            <ac:spMk id="7" creationId="{72B1CF97-FF7E-25AF-344C-5C7F27C1219E}"/>
          </ac:spMkLst>
        </pc:spChg>
        <pc:spChg chg="add mod">
          <ac:chgData name="Nazar Meredov" userId="S::xmeredov@stuba.sk::b4d9f006-4ce1-418e-844e-eba4b1c3d4d2" providerId="AD" clId="Web-{5401B41F-2F30-0E0C-93A9-780B623B7672}" dt="2026-01-21T03:18:31.628" v="534" actId="14100"/>
          <ac:spMkLst>
            <pc:docMk/>
            <pc:sldMk cId="3390374261" sldId="263"/>
            <ac:spMk id="11" creationId="{5744DB6A-F9EE-8D80-FEAA-15DDA44B2811}"/>
          </ac:spMkLst>
        </pc:spChg>
      </pc:sldChg>
      <pc:sldChg chg="modSp">
        <pc:chgData name="Nazar Meredov" userId="S::xmeredov@stuba.sk::b4d9f006-4ce1-418e-844e-eba4b1c3d4d2" providerId="AD" clId="Web-{5401B41F-2F30-0E0C-93A9-780B623B7672}" dt="2026-01-21T03:36:06.939" v="1138" actId="20577"/>
        <pc:sldMkLst>
          <pc:docMk/>
          <pc:sldMk cId="2742414154" sldId="265"/>
        </pc:sldMkLst>
        <pc:spChg chg="mod">
          <ac:chgData name="Nazar Meredov" userId="S::xmeredov@stuba.sk::b4d9f006-4ce1-418e-844e-eba4b1c3d4d2" providerId="AD" clId="Web-{5401B41F-2F30-0E0C-93A9-780B623B7672}" dt="2026-01-21T03:36:06.939" v="1138" actId="20577"/>
          <ac:spMkLst>
            <pc:docMk/>
            <pc:sldMk cId="2742414154" sldId="265"/>
            <ac:spMk id="7" creationId="{2A326536-F439-DDE9-0F1B-705107A3A91F}"/>
          </ac:spMkLst>
        </pc:spChg>
      </pc:sldChg>
      <pc:sldChg chg="addSp delSp modSp">
        <pc:chgData name="Nazar Meredov" userId="S::xmeredov@stuba.sk::b4d9f006-4ce1-418e-844e-eba4b1c3d4d2" providerId="AD" clId="Web-{5401B41F-2F30-0E0C-93A9-780B623B7672}" dt="2026-01-21T03:47:40.688" v="1267" actId="1076"/>
        <pc:sldMkLst>
          <pc:docMk/>
          <pc:sldMk cId="3929833672" sldId="269"/>
        </pc:sldMkLst>
        <pc:spChg chg="add mod">
          <ac:chgData name="Nazar Meredov" userId="S::xmeredov@stuba.sk::b4d9f006-4ce1-418e-844e-eba4b1c3d4d2" providerId="AD" clId="Web-{5401B41F-2F30-0E0C-93A9-780B623B7672}" dt="2026-01-21T03:47:34.563" v="1266" actId="1076"/>
          <ac:spMkLst>
            <pc:docMk/>
            <pc:sldMk cId="3929833672" sldId="269"/>
            <ac:spMk id="5" creationId="{12964830-3CD1-14CF-0399-6C8A24688D17}"/>
          </ac:spMkLst>
        </pc:spChg>
        <pc:picChg chg="add mod">
          <ac:chgData name="Nazar Meredov" userId="S::xmeredov@stuba.sk::b4d9f006-4ce1-418e-844e-eba4b1c3d4d2" providerId="AD" clId="Web-{5401B41F-2F30-0E0C-93A9-780B623B7672}" dt="2026-01-21T03:47:40.688" v="1267" actId="1076"/>
          <ac:picMkLst>
            <pc:docMk/>
            <pc:sldMk cId="3929833672" sldId="269"/>
            <ac:picMk id="2" creationId="{13E1AB34-1BAB-3108-357A-A7A248565030}"/>
          </ac:picMkLst>
        </pc:picChg>
      </pc:sldChg>
      <pc:sldChg chg="modSp">
        <pc:chgData name="Nazar Meredov" userId="S::xmeredov@stuba.sk::b4d9f006-4ce1-418e-844e-eba4b1c3d4d2" providerId="AD" clId="Web-{5401B41F-2F30-0E0C-93A9-780B623B7672}" dt="2026-01-21T03:42:39.508" v="1201" actId="20577"/>
        <pc:sldMkLst>
          <pc:docMk/>
          <pc:sldMk cId="2644346514" sldId="270"/>
        </pc:sldMkLst>
        <pc:spChg chg="mod">
          <ac:chgData name="Nazar Meredov" userId="S::xmeredov@stuba.sk::b4d9f006-4ce1-418e-844e-eba4b1c3d4d2" providerId="AD" clId="Web-{5401B41F-2F30-0E0C-93A9-780B623B7672}" dt="2026-01-21T03:42:39.508" v="1201" actId="20577"/>
          <ac:spMkLst>
            <pc:docMk/>
            <pc:sldMk cId="2644346514" sldId="270"/>
            <ac:spMk id="7" creationId="{62473BD0-BE5C-2A3F-7825-6DB11BC1CDFE}"/>
          </ac:spMkLst>
        </pc:spChg>
      </pc:sldChg>
      <pc:sldChg chg="addSp modSp">
        <pc:chgData name="Nazar Meredov" userId="S::xmeredov@stuba.sk::b4d9f006-4ce1-418e-844e-eba4b1c3d4d2" providerId="AD" clId="Web-{5401B41F-2F30-0E0C-93A9-780B623B7672}" dt="2026-01-21T03:49:57.372" v="1325" actId="14100"/>
        <pc:sldMkLst>
          <pc:docMk/>
          <pc:sldMk cId="1858764050" sldId="271"/>
        </pc:sldMkLst>
      </pc:sldChg>
      <pc:sldChg chg="modSp">
        <pc:chgData name="Nazar Meredov" userId="S::xmeredov@stuba.sk::b4d9f006-4ce1-418e-844e-eba4b1c3d4d2" providerId="AD" clId="Web-{5401B41F-2F30-0E0C-93A9-780B623B7672}" dt="2026-01-21T03:42:41.336" v="1205" actId="20577"/>
        <pc:sldMkLst>
          <pc:docMk/>
          <pc:sldMk cId="542723464" sldId="272"/>
        </pc:sldMkLst>
        <pc:spChg chg="mod">
          <ac:chgData name="Nazar Meredov" userId="S::xmeredov@stuba.sk::b4d9f006-4ce1-418e-844e-eba4b1c3d4d2" providerId="AD" clId="Web-{5401B41F-2F30-0E0C-93A9-780B623B7672}" dt="2026-01-21T03:42:41.336" v="1205" actId="20577"/>
          <ac:spMkLst>
            <pc:docMk/>
            <pc:sldMk cId="542723464" sldId="272"/>
            <ac:spMk id="7" creationId="{7A4B9FC0-8047-174E-25F8-6586AA6E225C}"/>
          </ac:spMkLst>
        </pc:spChg>
      </pc:sldChg>
      <pc:sldChg chg="modSp">
        <pc:chgData name="Nazar Meredov" userId="S::xmeredov@stuba.sk::b4d9f006-4ce1-418e-844e-eba4b1c3d4d2" providerId="AD" clId="Web-{5401B41F-2F30-0E0C-93A9-780B623B7672}" dt="2026-01-21T03:42:33.055" v="1199" actId="20577"/>
        <pc:sldMkLst>
          <pc:docMk/>
          <pc:sldMk cId="234977528" sldId="273"/>
        </pc:sldMkLst>
        <pc:spChg chg="mod">
          <ac:chgData name="Nazar Meredov" userId="S::xmeredov@stuba.sk::b4d9f006-4ce1-418e-844e-eba4b1c3d4d2" providerId="AD" clId="Web-{5401B41F-2F30-0E0C-93A9-780B623B7672}" dt="2026-01-21T03:42:33.055" v="1199" actId="20577"/>
          <ac:spMkLst>
            <pc:docMk/>
            <pc:sldMk cId="234977528" sldId="273"/>
            <ac:spMk id="11" creationId="{0ED864D2-4DC1-0CC3-6B4E-ADD34FB495AA}"/>
          </ac:spMkLst>
        </pc:spChg>
      </pc:sldChg>
      <pc:sldChg chg="addSp delSp modSp">
        <pc:chgData name="Nazar Meredov" userId="S::xmeredov@stuba.sk::b4d9f006-4ce1-418e-844e-eba4b1c3d4d2" providerId="AD" clId="Web-{5401B41F-2F30-0E0C-93A9-780B623B7672}" dt="2026-01-21T03:47:44.064" v="1268" actId="1076"/>
        <pc:sldMkLst>
          <pc:docMk/>
          <pc:sldMk cId="1103175023" sldId="274"/>
        </pc:sldMkLst>
        <pc:spChg chg="add mod">
          <ac:chgData name="Nazar Meredov" userId="S::xmeredov@stuba.sk::b4d9f006-4ce1-418e-844e-eba4b1c3d4d2" providerId="AD" clId="Web-{5401B41F-2F30-0E0C-93A9-780B623B7672}" dt="2026-01-21T03:47:09.265" v="1262" actId="20577"/>
          <ac:spMkLst>
            <pc:docMk/>
            <pc:sldMk cId="1103175023" sldId="274"/>
            <ac:spMk id="3" creationId="{F7461163-AECF-BC98-019A-895A54E5A422}"/>
          </ac:spMkLst>
        </pc:spChg>
        <pc:picChg chg="add mod">
          <ac:chgData name="Nazar Meredov" userId="S::xmeredov@stuba.sk::b4d9f006-4ce1-418e-844e-eba4b1c3d4d2" providerId="AD" clId="Web-{5401B41F-2F30-0E0C-93A9-780B623B7672}" dt="2026-01-21T03:47:44.064" v="1268" actId="1076"/>
          <ac:picMkLst>
            <pc:docMk/>
            <pc:sldMk cId="1103175023" sldId="274"/>
            <ac:picMk id="2" creationId="{EA6A2570-0416-E483-8AB5-28EC4A4BD364}"/>
          </ac:picMkLst>
        </pc:picChg>
      </pc:sldChg>
      <pc:sldChg chg="modSp">
        <pc:chgData name="Nazar Meredov" userId="S::xmeredov@stuba.sk::b4d9f006-4ce1-418e-844e-eba4b1c3d4d2" providerId="AD" clId="Web-{5401B41F-2F30-0E0C-93A9-780B623B7672}" dt="2026-01-21T03:42:51.134" v="1209" actId="20577"/>
        <pc:sldMkLst>
          <pc:docMk/>
          <pc:sldMk cId="1540846934" sldId="280"/>
        </pc:sldMkLst>
        <pc:spChg chg="mod">
          <ac:chgData name="Nazar Meredov" userId="S::xmeredov@stuba.sk::b4d9f006-4ce1-418e-844e-eba4b1c3d4d2" providerId="AD" clId="Web-{5401B41F-2F30-0E0C-93A9-780B623B7672}" dt="2026-01-21T03:42:51.134" v="1209" actId="20577"/>
          <ac:spMkLst>
            <pc:docMk/>
            <pc:sldMk cId="1540846934" sldId="280"/>
            <ac:spMk id="7" creationId="{ED650779-DD8E-E43D-FBB2-AD5448FE0DC1}"/>
          </ac:spMkLst>
        </pc:spChg>
      </pc:sldChg>
      <pc:sldChg chg="modSp">
        <pc:chgData name="Nazar Meredov" userId="S::xmeredov@stuba.sk::b4d9f006-4ce1-418e-844e-eba4b1c3d4d2" providerId="AD" clId="Web-{5401B41F-2F30-0E0C-93A9-780B623B7672}" dt="2026-01-21T03:42:48.837" v="1208" actId="20577"/>
        <pc:sldMkLst>
          <pc:docMk/>
          <pc:sldMk cId="1146600613" sldId="281"/>
        </pc:sldMkLst>
        <pc:spChg chg="mod">
          <ac:chgData name="Nazar Meredov" userId="S::xmeredov@stuba.sk::b4d9f006-4ce1-418e-844e-eba4b1c3d4d2" providerId="AD" clId="Web-{5401B41F-2F30-0E0C-93A9-780B623B7672}" dt="2026-01-21T03:42:48.837" v="1208" actId="20577"/>
          <ac:spMkLst>
            <pc:docMk/>
            <pc:sldMk cId="1146600613" sldId="281"/>
            <ac:spMk id="7" creationId="{A4E3DECA-F5A1-B9F4-C20A-54256E38FB7F}"/>
          </ac:spMkLst>
        </pc:spChg>
      </pc:sldChg>
      <pc:sldChg chg="modSp">
        <pc:chgData name="Nazar Meredov" userId="S::xmeredov@stuba.sk::b4d9f006-4ce1-418e-844e-eba4b1c3d4d2" providerId="AD" clId="Web-{5401B41F-2F30-0E0C-93A9-780B623B7672}" dt="2026-01-21T03:42:45.540" v="1207" actId="20577"/>
        <pc:sldMkLst>
          <pc:docMk/>
          <pc:sldMk cId="2114098839" sldId="282"/>
        </pc:sldMkLst>
        <pc:spChg chg="mod">
          <ac:chgData name="Nazar Meredov" userId="S::xmeredov@stuba.sk::b4d9f006-4ce1-418e-844e-eba4b1c3d4d2" providerId="AD" clId="Web-{5401B41F-2F30-0E0C-93A9-780B623B7672}" dt="2026-01-21T03:42:45.540" v="1207" actId="20577"/>
          <ac:spMkLst>
            <pc:docMk/>
            <pc:sldMk cId="2114098839" sldId="282"/>
            <ac:spMk id="7" creationId="{0107BE59-47DA-7954-3D78-921E9ED5BA8F}"/>
          </ac:spMkLst>
        </pc:spChg>
      </pc:sldChg>
      <pc:sldChg chg="modSp">
        <pc:chgData name="Nazar Meredov" userId="S::xmeredov@stuba.sk::b4d9f006-4ce1-418e-844e-eba4b1c3d4d2" providerId="AD" clId="Web-{5401B41F-2F30-0E0C-93A9-780B623B7672}" dt="2026-01-21T03:42:26.304" v="1190" actId="20577"/>
        <pc:sldMkLst>
          <pc:docMk/>
          <pc:sldMk cId="1670650125" sldId="283"/>
        </pc:sldMkLst>
        <pc:spChg chg="mod">
          <ac:chgData name="Nazar Meredov" userId="S::xmeredov@stuba.sk::b4d9f006-4ce1-418e-844e-eba4b1c3d4d2" providerId="AD" clId="Web-{5401B41F-2F30-0E0C-93A9-780B623B7672}" dt="2026-01-21T03:06:22.009" v="208" actId="20577"/>
          <ac:spMkLst>
            <pc:docMk/>
            <pc:sldMk cId="1670650125" sldId="283"/>
            <ac:spMk id="3" creationId="{94B61330-B292-1C5E-E0E4-EA67C17559EB}"/>
          </ac:spMkLst>
        </pc:spChg>
        <pc:spChg chg="mod">
          <ac:chgData name="Nazar Meredov" userId="S::xmeredov@stuba.sk::b4d9f006-4ce1-418e-844e-eba4b1c3d4d2" providerId="AD" clId="Web-{5401B41F-2F30-0E0C-93A9-780B623B7672}" dt="2026-01-21T03:42:26.304" v="1190" actId="20577"/>
          <ac:spMkLst>
            <pc:docMk/>
            <pc:sldMk cId="1670650125" sldId="283"/>
            <ac:spMk id="7" creationId="{7848B255-8C10-E3F1-426F-EB71D1A6F8E8}"/>
          </ac:spMkLst>
        </pc:spChg>
      </pc:sldChg>
      <pc:sldChg chg="modSp">
        <pc:chgData name="Nazar Meredov" userId="S::xmeredov@stuba.sk::b4d9f006-4ce1-418e-844e-eba4b1c3d4d2" providerId="AD" clId="Web-{5401B41F-2F30-0E0C-93A9-780B623B7672}" dt="2026-01-21T03:42:28.819" v="1191" actId="20577"/>
        <pc:sldMkLst>
          <pc:docMk/>
          <pc:sldMk cId="2630108789" sldId="286"/>
        </pc:sldMkLst>
      </pc:sldChg>
      <pc:sldChg chg="addSp delSp modSp add ord replId">
        <pc:chgData name="Nazar Meredov" userId="S::xmeredov@stuba.sk::b4d9f006-4ce1-418e-844e-eba4b1c3d4d2" providerId="AD" clId="Web-{5401B41F-2F30-0E0C-93A9-780B623B7672}" dt="2026-01-21T03:48:44.425" v="1293" actId="1076"/>
        <pc:sldMkLst>
          <pc:docMk/>
          <pc:sldMk cId="4217118945" sldId="287"/>
        </pc:sldMkLst>
        <pc:spChg chg="add mod">
          <ac:chgData name="Nazar Meredov" userId="S::xmeredov@stuba.sk::b4d9f006-4ce1-418e-844e-eba4b1c3d4d2" providerId="AD" clId="Web-{5401B41F-2F30-0E0C-93A9-780B623B7672}" dt="2026-01-21T03:48:44.425" v="1293" actId="1076"/>
          <ac:spMkLst>
            <pc:docMk/>
            <pc:sldMk cId="4217118945" sldId="287"/>
            <ac:spMk id="3" creationId="{81187AA9-88A4-5F09-DA78-8BBEBE416565}"/>
          </ac:spMkLst>
        </pc:spChg>
        <pc:picChg chg="add mod">
          <ac:chgData name="Nazar Meredov" userId="S::xmeredov@stuba.sk::b4d9f006-4ce1-418e-844e-eba4b1c3d4d2" providerId="AD" clId="Web-{5401B41F-2F30-0E0C-93A9-780B623B7672}" dt="2026-01-21T03:48:34.643" v="1291" actId="1076"/>
          <ac:picMkLst>
            <pc:docMk/>
            <pc:sldMk cId="4217118945" sldId="287"/>
            <ac:picMk id="2" creationId="{498DCDEA-96A4-DBE7-AB7E-C390FD8A27E1}"/>
          </ac:picMkLst>
        </pc:picChg>
      </pc:sldChg>
    </pc:docChg>
  </pc:docChgLst>
  <pc:docChgLst>
    <pc:chgData name="Nazar Meredov" userId="S::xmeredov@stuba.sk::b4d9f006-4ce1-418e-844e-eba4b1c3d4d2" providerId="AD" clId="Web-{653CC0C3-9C71-869A-53D5-6C32E96B40FE}"/>
    <pc:docChg chg="addSld delSld modSld">
      <pc:chgData name="Nazar Meredov" userId="S::xmeredov@stuba.sk::b4d9f006-4ce1-418e-844e-eba4b1c3d4d2" providerId="AD" clId="Web-{653CC0C3-9C71-869A-53D5-6C32E96B40FE}" dt="2026-01-15T00:17:35.918" v="545"/>
      <pc:docMkLst>
        <pc:docMk/>
      </pc:docMkLst>
      <pc:sldChg chg="modSp">
        <pc:chgData name="Nazar Meredov" userId="S::xmeredov@stuba.sk::b4d9f006-4ce1-418e-844e-eba4b1c3d4d2" providerId="AD" clId="Web-{653CC0C3-9C71-869A-53D5-6C32E96B40FE}" dt="2026-01-14T23:16:21.025" v="175" actId="20577"/>
        <pc:sldMkLst>
          <pc:docMk/>
          <pc:sldMk cId="1720871179" sldId="256"/>
        </pc:sldMkLst>
        <pc:spChg chg="mod">
          <ac:chgData name="Nazar Meredov" userId="S::xmeredov@stuba.sk::b4d9f006-4ce1-418e-844e-eba4b1c3d4d2" providerId="AD" clId="Web-{653CC0C3-9C71-869A-53D5-6C32E96B40FE}" dt="2026-01-14T23:16:21.025" v="175" actId="20577"/>
          <ac:spMkLst>
            <pc:docMk/>
            <pc:sldMk cId="1720871179" sldId="256"/>
            <ac:spMk id="6" creationId="{FF951AFD-0071-4113-C26E-F96978814911}"/>
          </ac:spMkLst>
        </pc:spChg>
      </pc:sldChg>
      <pc:sldChg chg="delSp modSp modNotes">
        <pc:chgData name="Nazar Meredov" userId="S::xmeredov@stuba.sk::b4d9f006-4ce1-418e-844e-eba4b1c3d4d2" providerId="AD" clId="Web-{653CC0C3-9C71-869A-53D5-6C32E96B40FE}" dt="2026-01-14T23:26:27.405" v="195"/>
        <pc:sldMkLst>
          <pc:docMk/>
          <pc:sldMk cId="1617374812" sldId="259"/>
        </pc:sldMkLst>
        <pc:spChg chg="mod">
          <ac:chgData name="Nazar Meredov" userId="S::xmeredov@stuba.sk::b4d9f006-4ce1-418e-844e-eba4b1c3d4d2" providerId="AD" clId="Web-{653CC0C3-9C71-869A-53D5-6C32E96B40FE}" dt="2026-01-14T21:23:54.715" v="5" actId="1076"/>
          <ac:spMkLst>
            <pc:docMk/>
            <pc:sldMk cId="1617374812" sldId="259"/>
            <ac:spMk id="3" creationId="{035FE48F-C7A5-D637-38CF-A01CEE2EE34D}"/>
          </ac:spMkLst>
        </pc:spChg>
        <pc:spChg chg="mod">
          <ac:chgData name="Nazar Meredov" userId="S::xmeredov@stuba.sk::b4d9f006-4ce1-418e-844e-eba4b1c3d4d2" providerId="AD" clId="Web-{653CC0C3-9C71-869A-53D5-6C32E96B40FE}" dt="2026-01-14T23:16:31.228" v="181" actId="20577"/>
          <ac:spMkLst>
            <pc:docMk/>
            <pc:sldMk cId="1617374812" sldId="259"/>
            <ac:spMk id="7" creationId="{C97C73B4-50EA-B32E-A1DD-8EB53B63BF8A}"/>
          </ac:spMkLst>
        </pc:spChg>
      </pc:sldChg>
      <pc:sldChg chg="modSp modNotes">
        <pc:chgData name="Nazar Meredov" userId="S::xmeredov@stuba.sk::b4d9f006-4ce1-418e-844e-eba4b1c3d4d2" providerId="AD" clId="Web-{653CC0C3-9C71-869A-53D5-6C32E96B40FE}" dt="2026-01-14T23:36:05.707" v="200"/>
        <pc:sldMkLst>
          <pc:docMk/>
          <pc:sldMk cId="3020357040" sldId="260"/>
        </pc:sldMkLst>
        <pc:spChg chg="mod">
          <ac:chgData name="Nazar Meredov" userId="S::xmeredov@stuba.sk::b4d9f006-4ce1-418e-844e-eba4b1c3d4d2" providerId="AD" clId="Web-{653CC0C3-9C71-869A-53D5-6C32E96B40FE}" dt="2026-01-14T23:16:33.666" v="182" actId="20577"/>
          <ac:spMkLst>
            <pc:docMk/>
            <pc:sldMk cId="3020357040" sldId="260"/>
            <ac:spMk id="7" creationId="{2F7EA56B-68D5-90E3-E984-12A63C9B1055}"/>
          </ac:spMkLst>
        </pc:spChg>
      </pc:sldChg>
      <pc:sldChg chg="modSp modNotes">
        <pc:chgData name="Nazar Meredov" userId="S::xmeredov@stuba.sk::b4d9f006-4ce1-418e-844e-eba4b1c3d4d2" providerId="AD" clId="Web-{653CC0C3-9C71-869A-53D5-6C32E96B40FE}" dt="2026-01-14T23:37:38.357" v="203"/>
        <pc:sldMkLst>
          <pc:docMk/>
          <pc:sldMk cId="3673452103" sldId="261"/>
        </pc:sldMkLst>
        <pc:spChg chg="mod">
          <ac:chgData name="Nazar Meredov" userId="S::xmeredov@stuba.sk::b4d9f006-4ce1-418e-844e-eba4b1c3d4d2" providerId="AD" clId="Web-{653CC0C3-9C71-869A-53D5-6C32E96B40FE}" dt="2026-01-14T23:16:35.932" v="183" actId="20577"/>
          <ac:spMkLst>
            <pc:docMk/>
            <pc:sldMk cId="3673452103" sldId="261"/>
            <ac:spMk id="7" creationId="{0EF79162-8C3A-8432-941C-C580CDFDBAF4}"/>
          </ac:spMkLst>
        </pc:spChg>
      </pc:sldChg>
      <pc:sldChg chg="addSp delSp modSp modNotes">
        <pc:chgData name="Nazar Meredov" userId="S::xmeredov@stuba.sk::b4d9f006-4ce1-418e-844e-eba4b1c3d4d2" providerId="AD" clId="Web-{653CC0C3-9C71-869A-53D5-6C32E96B40FE}" dt="2026-01-15T00:12:41.646" v="525"/>
        <pc:sldMkLst>
          <pc:docMk/>
          <pc:sldMk cId="2441451465" sldId="262"/>
        </pc:sldMkLst>
        <pc:spChg chg="mod">
          <ac:chgData name="Nazar Meredov" userId="S::xmeredov@stuba.sk::b4d9f006-4ce1-418e-844e-eba4b1c3d4d2" providerId="AD" clId="Web-{653CC0C3-9C71-869A-53D5-6C32E96B40FE}" dt="2026-01-14T23:59:36.071" v="252" actId="20577"/>
          <ac:spMkLst>
            <pc:docMk/>
            <pc:sldMk cId="2441451465" sldId="262"/>
            <ac:spMk id="2" creationId="{84896620-6DF1-89C7-52C4-544AFEBE41E5}"/>
          </ac:spMkLst>
        </pc:spChg>
        <pc:spChg chg="mod">
          <ac:chgData name="Nazar Meredov" userId="S::xmeredov@stuba.sk::b4d9f006-4ce1-418e-844e-eba4b1c3d4d2" providerId="AD" clId="Web-{653CC0C3-9C71-869A-53D5-6C32E96B40FE}" dt="2026-01-14T23:54:28.626" v="247" actId="20577"/>
          <ac:spMkLst>
            <pc:docMk/>
            <pc:sldMk cId="2441451465" sldId="262"/>
            <ac:spMk id="3" creationId="{0C22358F-7BA7-A28F-2916-2EF0E40D0579}"/>
          </ac:spMkLst>
        </pc:spChg>
        <pc:spChg chg="add del mod">
          <ac:chgData name="Nazar Meredov" userId="S::xmeredov@stuba.sk::b4d9f006-4ce1-418e-844e-eba4b1c3d4d2" providerId="AD" clId="Web-{653CC0C3-9C71-869A-53D5-6C32E96B40FE}" dt="2026-01-14T23:16:45.823" v="189" actId="20577"/>
          <ac:spMkLst>
            <pc:docMk/>
            <pc:sldMk cId="2441451465" sldId="262"/>
            <ac:spMk id="7" creationId="{0A6F5271-A755-0976-FCAD-857E2686514D}"/>
          </ac:spMkLst>
        </pc:spChg>
      </pc:sldChg>
      <pc:sldChg chg="modSp modNotes">
        <pc:chgData name="Nazar Meredov" userId="S::xmeredov@stuba.sk::b4d9f006-4ce1-418e-844e-eba4b1c3d4d2" providerId="AD" clId="Web-{653CC0C3-9C71-869A-53D5-6C32E96B40FE}" dt="2026-01-15T00:14:29.805" v="531"/>
        <pc:sldMkLst>
          <pc:docMk/>
          <pc:sldMk cId="3390374261" sldId="263"/>
        </pc:sldMkLst>
        <pc:spChg chg="mod">
          <ac:chgData name="Nazar Meredov" userId="S::xmeredov@stuba.sk::b4d9f006-4ce1-418e-844e-eba4b1c3d4d2" providerId="AD" clId="Web-{653CC0C3-9C71-869A-53D5-6C32E96B40FE}" dt="2026-01-14T23:16:48.433" v="190" actId="20577"/>
          <ac:spMkLst>
            <pc:docMk/>
            <pc:sldMk cId="3390374261" sldId="263"/>
            <ac:spMk id="7" creationId="{72B1CF97-FF7E-25AF-344C-5C7F27C1219E}"/>
          </ac:spMkLst>
        </pc:spChg>
      </pc:sldChg>
      <pc:sldChg chg="modSp modNotes">
        <pc:chgData name="Nazar Meredov" userId="S::xmeredov@stuba.sk::b4d9f006-4ce1-418e-844e-eba4b1c3d4d2" providerId="AD" clId="Web-{653CC0C3-9C71-869A-53D5-6C32E96B40FE}" dt="2026-01-15T00:17:35.918" v="545"/>
        <pc:sldMkLst>
          <pc:docMk/>
          <pc:sldMk cId="2742414154" sldId="265"/>
        </pc:sldMkLst>
        <pc:spChg chg="mod">
          <ac:chgData name="Nazar Meredov" userId="S::xmeredov@stuba.sk::b4d9f006-4ce1-418e-844e-eba4b1c3d4d2" providerId="AD" clId="Web-{653CC0C3-9C71-869A-53D5-6C32E96B40FE}" dt="2026-01-15T00:07:49.555" v="426" actId="20577"/>
          <ac:spMkLst>
            <pc:docMk/>
            <pc:sldMk cId="2742414154" sldId="265"/>
            <ac:spMk id="3" creationId="{E1B80716-AC44-E6BE-1A33-8A0D7A6F3FDF}"/>
          </ac:spMkLst>
        </pc:spChg>
        <pc:spChg chg="mod">
          <ac:chgData name="Nazar Meredov" userId="S::xmeredov@stuba.sk::b4d9f006-4ce1-418e-844e-eba4b1c3d4d2" providerId="AD" clId="Web-{653CC0C3-9C71-869A-53D5-6C32E96B40FE}" dt="2026-01-14T23:16:55.136" v="192" actId="20577"/>
          <ac:spMkLst>
            <pc:docMk/>
            <pc:sldMk cId="2742414154" sldId="265"/>
            <ac:spMk id="7" creationId="{2A326536-F439-DDE9-0F1B-705107A3A91F}"/>
          </ac:spMkLst>
        </pc:spChg>
      </pc:sldChg>
      <pc:sldChg chg="addSp delSp modSp modNotes">
        <pc:chgData name="Nazar Meredov" userId="S::xmeredov@stuba.sk::b4d9f006-4ce1-418e-844e-eba4b1c3d4d2" providerId="AD" clId="Web-{653CC0C3-9C71-869A-53D5-6C32E96B40FE}" dt="2026-01-14T22:09:23.844" v="60"/>
        <pc:sldMkLst>
          <pc:docMk/>
          <pc:sldMk cId="1858764050" sldId="271"/>
        </pc:sldMkLst>
      </pc:sldChg>
      <pc:sldChg chg="add replId">
        <pc:chgData name="Nazar Meredov" userId="S::xmeredov@stuba.sk::b4d9f006-4ce1-418e-844e-eba4b1c3d4d2" providerId="AD" clId="Web-{653CC0C3-9C71-869A-53D5-6C32E96B40FE}" dt="2026-01-14T22:06:04.796" v="47"/>
        <pc:sldMkLst>
          <pc:docMk/>
          <pc:sldMk cId="1103175023" sldId="274"/>
        </pc:sldMkLst>
      </pc:sldChg>
    </pc:docChg>
  </pc:docChgLst>
  <pc:docChgLst>
    <pc:chgData name="Nazar Meredov" userId="S::xmeredov@stuba.sk::b4d9f006-4ce1-418e-844e-eba4b1c3d4d2" providerId="AD" clId="Web-{00C7C80D-BA58-F8AD-8A2C-CD5647329B59}"/>
    <pc:docChg chg="modSld">
      <pc:chgData name="Nazar Meredov" userId="S::xmeredov@stuba.sk::b4d9f006-4ce1-418e-844e-eba4b1c3d4d2" providerId="AD" clId="Web-{00C7C80D-BA58-F8AD-8A2C-CD5647329B59}" dt="2026-02-03T00:53:27.067" v="3"/>
      <pc:docMkLst>
        <pc:docMk/>
      </pc:docMkLst>
      <pc:sldChg chg="modNotes">
        <pc:chgData name="Nazar Meredov" userId="S::xmeredov@stuba.sk::b4d9f006-4ce1-418e-844e-eba4b1c3d4d2" providerId="AD" clId="Web-{00C7C80D-BA58-F8AD-8A2C-CD5647329B59}" dt="2026-02-03T00:53:27.067" v="3"/>
        <pc:sldMkLst>
          <pc:docMk/>
          <pc:sldMk cId="1164347580" sldId="277"/>
        </pc:sldMkLst>
      </pc:sldChg>
    </pc:docChg>
  </pc:docChgLst>
  <pc:docChgLst>
    <pc:chgData name="Nazar Meredov" userId="S::xmeredov@stuba.sk::b4d9f006-4ce1-418e-844e-eba4b1c3d4d2" providerId="AD" clId="Web-{23906C06-96B1-C59E-D279-CA5F9DD0B4D3}"/>
    <pc:docChg chg="modSld">
      <pc:chgData name="Nazar Meredov" userId="S::xmeredov@stuba.sk::b4d9f006-4ce1-418e-844e-eba4b1c3d4d2" providerId="AD" clId="Web-{23906C06-96B1-C59E-D279-CA5F9DD0B4D3}" dt="2026-01-25T19:10:36.907" v="402" actId="20577"/>
      <pc:docMkLst>
        <pc:docMk/>
      </pc:docMkLst>
      <pc:sldChg chg="modSp">
        <pc:chgData name="Nazar Meredov" userId="S::xmeredov@stuba.sk::b4d9f006-4ce1-418e-844e-eba4b1c3d4d2" providerId="AD" clId="Web-{23906C06-96B1-C59E-D279-CA5F9DD0B4D3}" dt="2026-01-25T18:39:28.973" v="328"/>
        <pc:sldMkLst>
          <pc:docMk/>
          <pc:sldMk cId="2441451465" sldId="262"/>
        </pc:sldMkLst>
        <pc:graphicFrameChg chg="mod modGraphic">
          <ac:chgData name="Nazar Meredov" userId="S::xmeredov@stuba.sk::b4d9f006-4ce1-418e-844e-eba4b1c3d4d2" providerId="AD" clId="Web-{23906C06-96B1-C59E-D279-CA5F9DD0B4D3}" dt="2026-01-25T18:39:28.973" v="328"/>
          <ac:graphicFrameMkLst>
            <pc:docMk/>
            <pc:sldMk cId="2441451465" sldId="262"/>
            <ac:graphicFrameMk id="8" creationId="{4BC4E77C-8874-195A-DA2C-35653E68EC21}"/>
          </ac:graphicFrameMkLst>
        </pc:graphicFrameChg>
      </pc:sldChg>
      <pc:sldChg chg="addSp delSp modSp">
        <pc:chgData name="Nazar Meredov" userId="S::xmeredov@stuba.sk::b4d9f006-4ce1-418e-844e-eba4b1c3d4d2" providerId="AD" clId="Web-{23906C06-96B1-C59E-D279-CA5F9DD0B4D3}" dt="2026-01-25T18:39:45.536" v="340"/>
        <pc:sldMkLst>
          <pc:docMk/>
          <pc:sldMk cId="3390374261" sldId="263"/>
        </pc:sldMkLst>
        <pc:graphicFrameChg chg="add mod modGraphic">
          <ac:chgData name="Nazar Meredov" userId="S::xmeredov@stuba.sk::b4d9f006-4ce1-418e-844e-eba4b1c3d4d2" providerId="AD" clId="Web-{23906C06-96B1-C59E-D279-CA5F9DD0B4D3}" dt="2026-01-25T18:39:45.536" v="340"/>
          <ac:graphicFrameMkLst>
            <pc:docMk/>
            <pc:sldMk cId="3390374261" sldId="263"/>
            <ac:graphicFrameMk id="5" creationId="{24A6E197-A344-3659-67A4-280D128FAB6F}"/>
          </ac:graphicFrameMkLst>
        </pc:graphicFrameChg>
      </pc:sldChg>
      <pc:sldChg chg="mod modShow">
        <pc:chgData name="Nazar Meredov" userId="S::xmeredov@stuba.sk::b4d9f006-4ce1-418e-844e-eba4b1c3d4d2" providerId="AD" clId="Web-{23906C06-96B1-C59E-D279-CA5F9DD0B4D3}" dt="2026-01-25T18:41:44.446" v="343"/>
        <pc:sldMkLst>
          <pc:docMk/>
          <pc:sldMk cId="2630108789" sldId="286"/>
        </pc:sldMkLst>
      </pc:sldChg>
    </pc:docChg>
  </pc:docChgLst>
  <pc:docChgLst>
    <pc:chgData name="Nazar Meredov" userId="S::xmeredov@stuba.sk::b4d9f006-4ce1-418e-844e-eba4b1c3d4d2" providerId="AD" clId="Web-{0FB6F8E7-C02B-A53C-B072-21FD602A949C}"/>
    <pc:docChg chg="delSld modSld">
      <pc:chgData name="Nazar Meredov" userId="S::xmeredov@stuba.sk::b4d9f006-4ce1-418e-844e-eba4b1c3d4d2" providerId="AD" clId="Web-{0FB6F8E7-C02B-A53C-B072-21FD602A949C}" dt="2026-01-28T01:35:33.680" v="1897"/>
      <pc:docMkLst>
        <pc:docMk/>
      </pc:docMkLst>
      <pc:sldChg chg="modNotes">
        <pc:chgData name="Nazar Meredov" userId="S::xmeredov@stuba.sk::b4d9f006-4ce1-418e-844e-eba4b1c3d4d2" providerId="AD" clId="Web-{0FB6F8E7-C02B-A53C-B072-21FD602A949C}" dt="2026-01-28T01:35:33.680" v="1897"/>
        <pc:sldMkLst>
          <pc:docMk/>
          <pc:sldMk cId="1617374812" sldId="259"/>
        </pc:sldMkLst>
      </pc:sldChg>
      <pc:sldChg chg="modSp modNotes">
        <pc:chgData name="Nazar Meredov" userId="S::xmeredov@stuba.sk::b4d9f006-4ce1-418e-844e-eba4b1c3d4d2" providerId="AD" clId="Web-{0FB6F8E7-C02B-A53C-B072-21FD602A949C}" dt="2026-01-26T01:19:14.219" v="717"/>
        <pc:sldMkLst>
          <pc:docMk/>
          <pc:sldMk cId="2441451465" sldId="262"/>
        </pc:sldMkLst>
        <pc:graphicFrameChg chg="mod modGraphic">
          <ac:chgData name="Nazar Meredov" userId="S::xmeredov@stuba.sk::b4d9f006-4ce1-418e-844e-eba4b1c3d4d2" providerId="AD" clId="Web-{0FB6F8E7-C02B-A53C-B072-21FD602A949C}" dt="2026-01-25T20:12:03.896" v="59"/>
          <ac:graphicFrameMkLst>
            <pc:docMk/>
            <pc:sldMk cId="2441451465" sldId="262"/>
            <ac:graphicFrameMk id="8" creationId="{4BC4E77C-8874-195A-DA2C-35653E68EC21}"/>
          </ac:graphicFrameMkLst>
        </pc:graphicFrameChg>
      </pc:sldChg>
      <pc:sldChg chg="addSp delSp modSp modNotes">
        <pc:chgData name="Nazar Meredov" userId="S::xmeredov@stuba.sk::b4d9f006-4ce1-418e-844e-eba4b1c3d4d2" providerId="AD" clId="Web-{0FB6F8E7-C02B-A53C-B072-21FD602A949C}" dt="2026-01-26T01:21:42.328" v="794"/>
        <pc:sldMkLst>
          <pc:docMk/>
          <pc:sldMk cId="3390374261" sldId="263"/>
        </pc:sldMkLst>
        <pc:graphicFrameChg chg="mod modGraphic">
          <ac:chgData name="Nazar Meredov" userId="S::xmeredov@stuba.sk::b4d9f006-4ce1-418e-844e-eba4b1c3d4d2" providerId="AD" clId="Web-{0FB6F8E7-C02B-A53C-B072-21FD602A949C}" dt="2026-01-25T20:14:55.573" v="105"/>
          <ac:graphicFrameMkLst>
            <pc:docMk/>
            <pc:sldMk cId="3390374261" sldId="263"/>
            <ac:graphicFrameMk id="5" creationId="{24A6E197-A344-3659-67A4-280D128FAB6F}"/>
          </ac:graphicFrameMkLst>
        </pc:graphicFrameChg>
      </pc:sldChg>
      <pc:sldChg chg="modSp modNotes">
        <pc:chgData name="Nazar Meredov" userId="S::xmeredov@stuba.sk::b4d9f006-4ce1-418e-844e-eba4b1c3d4d2" providerId="AD" clId="Web-{0FB6F8E7-C02B-A53C-B072-21FD602A949C}" dt="2026-01-27T01:51:15.666" v="1371"/>
        <pc:sldMkLst>
          <pc:docMk/>
          <pc:sldMk cId="2742414154" sldId="265"/>
        </pc:sldMkLst>
        <pc:spChg chg="mod">
          <ac:chgData name="Nazar Meredov" userId="S::xmeredov@stuba.sk::b4d9f006-4ce1-418e-844e-eba4b1c3d4d2" providerId="AD" clId="Web-{0FB6F8E7-C02B-A53C-B072-21FD602A949C}" dt="2026-01-25T20:23:34.069" v="161" actId="20577"/>
          <ac:spMkLst>
            <pc:docMk/>
            <pc:sldMk cId="2742414154" sldId="265"/>
            <ac:spMk id="2" creationId="{E89F1A9F-E899-1E47-1D51-438A2FC81C33}"/>
          </ac:spMkLst>
        </pc:spChg>
        <pc:spChg chg="mod">
          <ac:chgData name="Nazar Meredov" userId="S::xmeredov@stuba.sk::b4d9f006-4ce1-418e-844e-eba4b1c3d4d2" providerId="AD" clId="Web-{0FB6F8E7-C02B-A53C-B072-21FD602A949C}" dt="2026-01-25T20:23:39.945" v="163" actId="20577"/>
          <ac:spMkLst>
            <pc:docMk/>
            <pc:sldMk cId="2742414154" sldId="265"/>
            <ac:spMk id="3" creationId="{E1B80716-AC44-E6BE-1A33-8A0D7A6F3FDF}"/>
          </ac:spMkLst>
        </pc:spChg>
      </pc:sldChg>
      <pc:sldChg chg="addSp">
        <pc:chgData name="Nazar Meredov" userId="S::xmeredov@stuba.sk::b4d9f006-4ce1-418e-844e-eba4b1c3d4d2" providerId="AD" clId="Web-{0FB6F8E7-C02B-A53C-B072-21FD602A949C}" dt="2026-01-25T21:10:44.404" v="180"/>
        <pc:sldMkLst>
          <pc:docMk/>
          <pc:sldMk cId="3929833672" sldId="269"/>
        </pc:sldMkLst>
        <pc:picChg chg="add">
          <ac:chgData name="Nazar Meredov" userId="S::xmeredov@stuba.sk::b4d9f006-4ce1-418e-844e-eba4b1c3d4d2" providerId="AD" clId="Web-{0FB6F8E7-C02B-A53C-B072-21FD602A949C}" dt="2026-01-25T21:10:44.404" v="180"/>
          <ac:picMkLst>
            <pc:docMk/>
            <pc:sldMk cId="3929833672" sldId="269"/>
            <ac:picMk id="6" creationId="{FCD9D8FE-C16B-56D5-A012-3B6EBADE7519}"/>
          </ac:picMkLst>
        </pc:picChg>
      </pc:sldChg>
      <pc:sldChg chg="addSp delSp modSp">
        <pc:chgData name="Nazar Meredov" userId="S::xmeredov@stuba.sk::b4d9f006-4ce1-418e-844e-eba4b1c3d4d2" providerId="AD" clId="Web-{0FB6F8E7-C02B-A53C-B072-21FD602A949C}" dt="2026-01-25T21:10:38.638" v="178"/>
        <pc:sldMkLst>
          <pc:docMk/>
          <pc:sldMk cId="1858764050" sldId="271"/>
        </pc:sldMkLst>
        <pc:picChg chg="add mod">
          <ac:chgData name="Nazar Meredov" userId="S::xmeredov@stuba.sk::b4d9f006-4ce1-418e-844e-eba4b1c3d4d2" providerId="AD" clId="Web-{0FB6F8E7-C02B-A53C-B072-21FD602A949C}" dt="2026-01-25T21:10:01.091" v="176" actId="1076"/>
          <ac:picMkLst>
            <pc:docMk/>
            <pc:sldMk cId="1858764050" sldId="271"/>
            <ac:picMk id="3" creationId="{FDE3DB12-A859-4CA7-F39D-B38FF1B275D1}"/>
          </ac:picMkLst>
        </pc:picChg>
        <pc:picChg chg="add">
          <ac:chgData name="Nazar Meredov" userId="S::xmeredov@stuba.sk::b4d9f006-4ce1-418e-844e-eba4b1c3d4d2" providerId="AD" clId="Web-{0FB6F8E7-C02B-A53C-B072-21FD602A949C}" dt="2026-01-25T21:10:38.638" v="178"/>
          <ac:picMkLst>
            <pc:docMk/>
            <pc:sldMk cId="1858764050" sldId="271"/>
            <ac:picMk id="7" creationId="{57F99646-CA86-D407-C677-4A580B7C647D}"/>
          </ac:picMkLst>
        </pc:picChg>
      </pc:sldChg>
      <pc:sldChg chg="addSp">
        <pc:chgData name="Nazar Meredov" userId="S::xmeredov@stuba.sk::b4d9f006-4ce1-418e-844e-eba4b1c3d4d2" providerId="AD" clId="Web-{0FB6F8E7-C02B-A53C-B072-21FD602A949C}" dt="2026-01-25T21:10:42.310" v="179"/>
        <pc:sldMkLst>
          <pc:docMk/>
          <pc:sldMk cId="1103175023" sldId="274"/>
        </pc:sldMkLst>
        <pc:picChg chg="add">
          <ac:chgData name="Nazar Meredov" userId="S::xmeredov@stuba.sk::b4d9f006-4ce1-418e-844e-eba4b1c3d4d2" providerId="AD" clId="Web-{0FB6F8E7-C02B-A53C-B072-21FD602A949C}" dt="2026-01-25T21:10:42.310" v="179"/>
          <ac:picMkLst>
            <pc:docMk/>
            <pc:sldMk cId="1103175023" sldId="274"/>
            <ac:picMk id="6" creationId="{383014AE-F905-D885-22AD-CC5021DFF7D5}"/>
          </ac:picMkLst>
        </pc:picChg>
      </pc:sldChg>
      <pc:sldChg chg="modNotes">
        <pc:chgData name="Nazar Meredov" userId="S::xmeredov@stuba.sk::b4d9f006-4ce1-418e-844e-eba4b1c3d4d2" providerId="AD" clId="Web-{0FB6F8E7-C02B-A53C-B072-21FD602A949C}" dt="2026-01-26T23:08:52.407" v="1119"/>
        <pc:sldMkLst>
          <pc:docMk/>
          <pc:sldMk cId="246858110" sldId="276"/>
        </pc:sldMkLst>
      </pc:sldChg>
      <pc:sldChg chg="modNotes">
        <pc:chgData name="Nazar Meredov" userId="S::xmeredov@stuba.sk::b4d9f006-4ce1-418e-844e-eba4b1c3d4d2" providerId="AD" clId="Web-{0FB6F8E7-C02B-A53C-B072-21FD602A949C}" dt="2026-01-27T02:02:32.304" v="1674"/>
        <pc:sldMkLst>
          <pc:docMk/>
          <pc:sldMk cId="1164347580" sldId="277"/>
        </pc:sldMkLst>
      </pc:sldChg>
      <pc:sldChg chg="modNotes">
        <pc:chgData name="Nazar Meredov" userId="S::xmeredov@stuba.sk::b4d9f006-4ce1-418e-844e-eba4b1c3d4d2" providerId="AD" clId="Web-{0FB6F8E7-C02B-A53C-B072-21FD602A949C}" dt="2026-01-27T02:18:19.762" v="1721"/>
        <pc:sldMkLst>
          <pc:docMk/>
          <pc:sldMk cId="88806951" sldId="279"/>
        </pc:sldMkLst>
      </pc:sldChg>
      <pc:sldChg chg="modNotes">
        <pc:chgData name="Nazar Meredov" userId="S::xmeredov@stuba.sk::b4d9f006-4ce1-418e-844e-eba4b1c3d4d2" providerId="AD" clId="Web-{0FB6F8E7-C02B-A53C-B072-21FD602A949C}" dt="2026-01-28T01:04:43.783" v="1769"/>
        <pc:sldMkLst>
          <pc:docMk/>
          <pc:sldMk cId="1540846934" sldId="280"/>
        </pc:sldMkLst>
      </pc:sldChg>
      <pc:sldChg chg="modNotes">
        <pc:chgData name="Nazar Meredov" userId="S::xmeredov@stuba.sk::b4d9f006-4ce1-418e-844e-eba4b1c3d4d2" providerId="AD" clId="Web-{0FB6F8E7-C02B-A53C-B072-21FD602A949C}" dt="2026-01-28T01:09:59.099" v="1773"/>
        <pc:sldMkLst>
          <pc:docMk/>
          <pc:sldMk cId="1146600613" sldId="281"/>
        </pc:sldMkLst>
      </pc:sldChg>
      <pc:sldChg chg="addSp modSp">
        <pc:chgData name="Nazar Meredov" userId="S::xmeredov@stuba.sk::b4d9f006-4ce1-418e-844e-eba4b1c3d4d2" providerId="AD" clId="Web-{0FB6F8E7-C02B-A53C-B072-21FD602A949C}" dt="2026-01-25T21:10:48.451" v="182" actId="1076"/>
        <pc:sldMkLst>
          <pc:docMk/>
          <pc:sldMk cId="4217118945" sldId="287"/>
        </pc:sldMkLst>
        <pc:spChg chg="mod">
          <ac:chgData name="Nazar Meredov" userId="S::xmeredov@stuba.sk::b4d9f006-4ce1-418e-844e-eba4b1c3d4d2" providerId="AD" clId="Web-{0FB6F8E7-C02B-A53C-B072-21FD602A949C}" dt="2026-01-25T21:10:17.997" v="177" actId="1076"/>
          <ac:spMkLst>
            <pc:docMk/>
            <pc:sldMk cId="4217118945" sldId="287"/>
            <ac:spMk id="5" creationId="{32C481CD-6F2F-759D-3105-1DA11E7656A5}"/>
          </ac:spMkLst>
        </pc:spChg>
        <pc:picChg chg="add mod">
          <ac:chgData name="Nazar Meredov" userId="S::xmeredov@stuba.sk::b4d9f006-4ce1-418e-844e-eba4b1c3d4d2" providerId="AD" clId="Web-{0FB6F8E7-C02B-A53C-B072-21FD602A949C}" dt="2026-01-25T21:10:48.451" v="182" actId="1076"/>
          <ac:picMkLst>
            <pc:docMk/>
            <pc:sldMk cId="4217118945" sldId="287"/>
            <ac:picMk id="7" creationId="{2EB1B3A3-508F-92DC-233C-303BEF8C26CA}"/>
          </ac:picMkLst>
        </pc:picChg>
      </pc:sldChg>
      <pc:sldChg chg="modNotes">
        <pc:chgData name="Nazar Meredov" userId="S::xmeredov@stuba.sk::b4d9f006-4ce1-418e-844e-eba4b1c3d4d2" providerId="AD" clId="Web-{0FB6F8E7-C02B-A53C-B072-21FD602A949C}" dt="2026-01-27T01:50:04.165" v="1348"/>
        <pc:sldMkLst>
          <pc:docMk/>
          <pc:sldMk cId="4002604594" sldId="288"/>
        </pc:sldMkLst>
      </pc:sldChg>
    </pc:docChg>
  </pc:docChgLst>
  <pc:docChgLst>
    <pc:chgData name="Nazar Meredov" userId="b4d9f006-4ce1-418e-844e-eba4b1c3d4d2" providerId="ADAL" clId="{32449B9F-56FD-5F5C-9502-D548DDD8D813}"/>
    <pc:docChg chg="undo custSel addSld delSld modSld sldOrd">
      <pc:chgData name="Nazar Meredov" userId="b4d9f006-4ce1-418e-844e-eba4b1c3d4d2" providerId="ADAL" clId="{32449B9F-56FD-5F5C-9502-D548DDD8D813}" dt="2026-01-26T01:13:55.221" v="3383" actId="20577"/>
      <pc:docMkLst>
        <pc:docMk/>
      </pc:docMkLst>
      <pc:sldChg chg="addSp delSp modSp mod">
        <pc:chgData name="Nazar Meredov" userId="b4d9f006-4ce1-418e-844e-eba4b1c3d4d2" providerId="ADAL" clId="{32449B9F-56FD-5F5C-9502-D548DDD8D813}" dt="2026-01-26T01:07:03.895" v="3195" actId="20577"/>
        <pc:sldMkLst>
          <pc:docMk/>
          <pc:sldMk cId="1720871179" sldId="256"/>
        </pc:sldMkLst>
        <pc:spChg chg="mod">
          <ac:chgData name="Nazar Meredov" userId="b4d9f006-4ce1-418e-844e-eba4b1c3d4d2" providerId="ADAL" clId="{32449B9F-56FD-5F5C-9502-D548DDD8D813}" dt="2026-01-04T23:36:01.150" v="188" actId="20577"/>
          <ac:spMkLst>
            <pc:docMk/>
            <pc:sldMk cId="1720871179" sldId="256"/>
            <ac:spMk id="2" creationId="{4A4CE3D0-40A9-B6AA-E636-AD8DA96E58FE}"/>
          </ac:spMkLst>
        </pc:spChg>
        <pc:spChg chg="mod">
          <ac:chgData name="Nazar Meredov" userId="b4d9f006-4ce1-418e-844e-eba4b1c3d4d2" providerId="ADAL" clId="{32449B9F-56FD-5F5C-9502-D548DDD8D813}" dt="2026-01-04T23:32:55.516" v="152" actId="1076"/>
          <ac:spMkLst>
            <pc:docMk/>
            <pc:sldMk cId="1720871179" sldId="256"/>
            <ac:spMk id="3" creationId="{3850D1FE-F568-64AB-B5A0-8562DA74E590}"/>
          </ac:spMkLst>
        </pc:spChg>
        <pc:spChg chg="add del mod">
          <ac:chgData name="Nazar Meredov" userId="b4d9f006-4ce1-418e-844e-eba4b1c3d4d2" providerId="ADAL" clId="{32449B9F-56FD-5F5C-9502-D548DDD8D813}" dt="2026-01-09T23:35:24.468" v="456" actId="1076"/>
          <ac:spMkLst>
            <pc:docMk/>
            <pc:sldMk cId="1720871179" sldId="256"/>
            <ac:spMk id="4" creationId="{3492D646-149A-B7C3-C4BD-4A06F3E48906}"/>
          </ac:spMkLst>
        </pc:spChg>
        <pc:spChg chg="add mod">
          <ac:chgData name="Nazar Meredov" userId="b4d9f006-4ce1-418e-844e-eba4b1c3d4d2" providerId="ADAL" clId="{32449B9F-56FD-5F5C-9502-D548DDD8D813}" dt="2026-01-26T01:07:03.895" v="3195" actId="20577"/>
          <ac:spMkLst>
            <pc:docMk/>
            <pc:sldMk cId="1720871179" sldId="256"/>
            <ac:spMk id="6" creationId="{FF951AFD-0071-4113-C26E-F96978814911}"/>
          </ac:spMkLst>
        </pc:spChg>
        <pc:picChg chg="add del mod modCrop">
          <ac:chgData name="Nazar Meredov" userId="b4d9f006-4ce1-418e-844e-eba4b1c3d4d2" providerId="ADAL" clId="{32449B9F-56FD-5F5C-9502-D548DDD8D813}" dt="2026-01-04T23:35:08.222" v="185" actId="1038"/>
          <ac:picMkLst>
            <pc:docMk/>
            <pc:sldMk cId="1720871179" sldId="256"/>
            <ac:picMk id="8" creationId="{E5C45D34-B66E-A1B1-C051-77452D362522}"/>
          </ac:picMkLst>
        </pc:picChg>
      </pc:sldChg>
      <pc:sldChg chg="addSp delSp modSp add mod modNotesTx">
        <pc:chgData name="Nazar Meredov" userId="b4d9f006-4ce1-418e-844e-eba4b1c3d4d2" providerId="ADAL" clId="{32449B9F-56FD-5F5C-9502-D548DDD8D813}" dt="2026-01-26T00:44:53.773" v="2697" actId="20577"/>
        <pc:sldMkLst>
          <pc:docMk/>
          <pc:sldMk cId="3673452103" sldId="261"/>
        </pc:sldMkLst>
        <pc:spChg chg="mod">
          <ac:chgData name="Nazar Meredov" userId="b4d9f006-4ce1-418e-844e-eba4b1c3d4d2" providerId="ADAL" clId="{32449B9F-56FD-5F5C-9502-D548DDD8D813}" dt="2026-01-04T23:53:26.389" v="444"/>
          <ac:spMkLst>
            <pc:docMk/>
            <pc:sldMk cId="3673452103" sldId="261"/>
            <ac:spMk id="2" creationId="{3AFEFB77-EB6B-9555-0AAA-2B93BCF4C119}"/>
          </ac:spMkLst>
        </pc:spChg>
        <pc:spChg chg="add mod">
          <ac:chgData name="Nazar Meredov" userId="b4d9f006-4ce1-418e-844e-eba4b1c3d4d2" providerId="ADAL" clId="{32449B9F-56FD-5F5C-9502-D548DDD8D813}" dt="2026-01-26T00:43:26.097" v="2681" actId="20577"/>
          <ac:spMkLst>
            <pc:docMk/>
            <pc:sldMk cId="3673452103" sldId="261"/>
            <ac:spMk id="7" creationId="{0EF79162-8C3A-8432-941C-C580CDFDBAF4}"/>
          </ac:spMkLst>
        </pc:spChg>
      </pc:sldChg>
      <pc:sldChg chg="modSp mod modNotesTx">
        <pc:chgData name="Nazar Meredov" userId="b4d9f006-4ce1-418e-844e-eba4b1c3d4d2" providerId="ADAL" clId="{32449B9F-56FD-5F5C-9502-D548DDD8D813}" dt="2026-01-26T01:06:44.992" v="3183" actId="20577"/>
        <pc:sldMkLst>
          <pc:docMk/>
          <pc:sldMk cId="2644346514" sldId="270"/>
        </pc:sldMkLst>
        <pc:spChg chg="mod">
          <ac:chgData name="Nazar Meredov" userId="b4d9f006-4ce1-418e-844e-eba4b1c3d4d2" providerId="ADAL" clId="{32449B9F-56FD-5F5C-9502-D548DDD8D813}" dt="2026-01-26T01:06:44.992" v="3183" actId="20577"/>
          <ac:spMkLst>
            <pc:docMk/>
            <pc:sldMk cId="2644346514" sldId="270"/>
            <ac:spMk id="7" creationId="{62473BD0-BE5C-2A3F-7825-6DB11BC1CDFE}"/>
          </ac:spMkLst>
        </pc:spChg>
      </pc:sldChg>
      <pc:sldChg chg="modSp mod">
        <pc:chgData name="Nazar Meredov" userId="b4d9f006-4ce1-418e-844e-eba4b1c3d4d2" providerId="ADAL" clId="{32449B9F-56FD-5F5C-9502-D548DDD8D813}" dt="2026-01-26T00:54:15.673" v="2754" actId="14100"/>
        <pc:sldMkLst>
          <pc:docMk/>
          <pc:sldMk cId="1858764050" sldId="271"/>
        </pc:sldMkLst>
        <pc:picChg chg="mod">
          <ac:chgData name="Nazar Meredov" userId="b4d9f006-4ce1-418e-844e-eba4b1c3d4d2" providerId="ADAL" clId="{32449B9F-56FD-5F5C-9502-D548DDD8D813}" dt="2026-01-26T00:54:15.673" v="2754" actId="14100"/>
          <ac:picMkLst>
            <pc:docMk/>
            <pc:sldMk cId="1858764050" sldId="271"/>
            <ac:picMk id="3" creationId="{FDE3DB12-A859-4CA7-F39D-B38FF1B275D1}"/>
          </ac:picMkLst>
        </pc:picChg>
      </pc:sldChg>
      <pc:sldChg chg="modSp mod modNotesTx">
        <pc:chgData name="Nazar Meredov" userId="b4d9f006-4ce1-418e-844e-eba4b1c3d4d2" providerId="ADAL" clId="{32449B9F-56FD-5F5C-9502-D548DDD8D813}" dt="2026-01-26T01:06:47.702" v="3185" actId="20577"/>
        <pc:sldMkLst>
          <pc:docMk/>
          <pc:sldMk cId="542723464" sldId="272"/>
        </pc:sldMkLst>
        <pc:spChg chg="mod">
          <ac:chgData name="Nazar Meredov" userId="b4d9f006-4ce1-418e-844e-eba4b1c3d4d2" providerId="ADAL" clId="{32449B9F-56FD-5F5C-9502-D548DDD8D813}" dt="2026-01-26T01:06:47.702" v="3185" actId="20577"/>
          <ac:spMkLst>
            <pc:docMk/>
            <pc:sldMk cId="542723464" sldId="272"/>
            <ac:spMk id="7" creationId="{7A4B9FC0-8047-174E-25F8-6586AA6E225C}"/>
          </ac:spMkLst>
        </pc:spChg>
      </pc:sldChg>
      <pc:sldChg chg="modSp mod modNotesTx">
        <pc:chgData name="Nazar Meredov" userId="b4d9f006-4ce1-418e-844e-eba4b1c3d4d2" providerId="ADAL" clId="{32449B9F-56FD-5F5C-9502-D548DDD8D813}" dt="2026-01-26T01:06:38.669" v="3179" actId="20577"/>
        <pc:sldMkLst>
          <pc:docMk/>
          <pc:sldMk cId="234977528" sldId="273"/>
        </pc:sldMkLst>
        <pc:spChg chg="mod">
          <ac:chgData name="Nazar Meredov" userId="b4d9f006-4ce1-418e-844e-eba4b1c3d4d2" providerId="ADAL" clId="{32449B9F-56FD-5F5C-9502-D548DDD8D813}" dt="2026-01-26T01:06:38.669" v="3179" actId="20577"/>
          <ac:spMkLst>
            <pc:docMk/>
            <pc:sldMk cId="234977528" sldId="273"/>
            <ac:spMk id="11" creationId="{0ED864D2-4DC1-0CC3-6B4E-ADD34FB495AA}"/>
          </ac:spMkLst>
        </pc:spChg>
      </pc:sldChg>
      <pc:sldChg chg="modSp mod modNotesTx">
        <pc:chgData name="Nazar Meredov" userId="b4d9f006-4ce1-418e-844e-eba4b1c3d4d2" providerId="ADAL" clId="{32449B9F-56FD-5F5C-9502-D548DDD8D813}" dt="2026-01-26T01:05:22.407" v="3161" actId="113"/>
        <pc:sldMkLst>
          <pc:docMk/>
          <pc:sldMk cId="246858110" sldId="276"/>
        </pc:sldMkLst>
        <pc:spChg chg="mod">
          <ac:chgData name="Nazar Meredov" userId="b4d9f006-4ce1-418e-844e-eba4b1c3d4d2" providerId="ADAL" clId="{32449B9F-56FD-5F5C-9502-D548DDD8D813}" dt="2026-01-26T01:05:22.407" v="3161" actId="113"/>
          <ac:spMkLst>
            <pc:docMk/>
            <pc:sldMk cId="246858110" sldId="276"/>
            <ac:spMk id="2" creationId="{3D5BCD62-17F7-59E6-F564-911036662388}"/>
          </ac:spMkLst>
        </pc:spChg>
      </pc:sldChg>
      <pc:sldChg chg="modSp mod modNotesTx">
        <pc:chgData name="Nazar Meredov" userId="b4d9f006-4ce1-418e-844e-eba4b1c3d4d2" providerId="ADAL" clId="{32449B9F-56FD-5F5C-9502-D548DDD8D813}" dt="2026-01-26T01:05:41.917" v="3164" actId="113"/>
        <pc:sldMkLst>
          <pc:docMk/>
          <pc:sldMk cId="1164347580" sldId="277"/>
        </pc:sldMkLst>
        <pc:spChg chg="mod">
          <ac:chgData name="Nazar Meredov" userId="b4d9f006-4ce1-418e-844e-eba4b1c3d4d2" providerId="ADAL" clId="{32449B9F-56FD-5F5C-9502-D548DDD8D813}" dt="2026-01-26T01:05:41.917" v="3164" actId="113"/>
          <ac:spMkLst>
            <pc:docMk/>
            <pc:sldMk cId="1164347580" sldId="277"/>
            <ac:spMk id="2" creationId="{76FE2A9A-1ABA-40DB-283D-BA3B6406FD58}"/>
          </ac:spMkLst>
        </pc:spChg>
      </pc:sldChg>
      <pc:sldChg chg="modSp mod modNotesTx">
        <pc:chgData name="Nazar Meredov" userId="b4d9f006-4ce1-418e-844e-eba4b1c3d4d2" providerId="ADAL" clId="{32449B9F-56FD-5F5C-9502-D548DDD8D813}" dt="2026-01-26T01:05:36.666" v="3163" actId="113"/>
        <pc:sldMkLst>
          <pc:docMk/>
          <pc:sldMk cId="88806951" sldId="279"/>
        </pc:sldMkLst>
        <pc:spChg chg="mod">
          <ac:chgData name="Nazar Meredov" userId="b4d9f006-4ce1-418e-844e-eba4b1c3d4d2" providerId="ADAL" clId="{32449B9F-56FD-5F5C-9502-D548DDD8D813}" dt="2026-01-26T01:05:36.666" v="3163" actId="113"/>
          <ac:spMkLst>
            <pc:docMk/>
            <pc:sldMk cId="88806951" sldId="279"/>
            <ac:spMk id="2" creationId="{E562AF2E-5A19-14E9-6754-69FBF02E1906}"/>
          </ac:spMkLst>
        </pc:spChg>
      </pc:sldChg>
      <pc:sldChg chg="modSp mod modNotesTx">
        <pc:chgData name="Nazar Meredov" userId="b4d9f006-4ce1-418e-844e-eba4b1c3d4d2" providerId="ADAL" clId="{32449B9F-56FD-5F5C-9502-D548DDD8D813}" dt="2026-01-26T01:07:00.412" v="3193" actId="20577"/>
        <pc:sldMkLst>
          <pc:docMk/>
          <pc:sldMk cId="1540846934" sldId="280"/>
        </pc:sldMkLst>
        <pc:spChg chg="mod">
          <ac:chgData name="Nazar Meredov" userId="b4d9f006-4ce1-418e-844e-eba4b1c3d4d2" providerId="ADAL" clId="{32449B9F-56FD-5F5C-9502-D548DDD8D813}" dt="2026-01-26T01:07:00.412" v="3193" actId="20577"/>
          <ac:spMkLst>
            <pc:docMk/>
            <pc:sldMk cId="1540846934" sldId="280"/>
            <ac:spMk id="7" creationId="{ED650779-DD8E-E43D-FBB2-AD5448FE0DC1}"/>
          </ac:spMkLst>
        </pc:spChg>
      </pc:sldChg>
      <pc:sldChg chg="modSp mod modNotesTx">
        <pc:chgData name="Nazar Meredov" userId="b4d9f006-4ce1-418e-844e-eba4b1c3d4d2" providerId="ADAL" clId="{32449B9F-56FD-5F5C-9502-D548DDD8D813}" dt="2026-01-26T01:06:54.643" v="3189" actId="20577"/>
        <pc:sldMkLst>
          <pc:docMk/>
          <pc:sldMk cId="1146600613" sldId="281"/>
        </pc:sldMkLst>
        <pc:spChg chg="mod">
          <ac:chgData name="Nazar Meredov" userId="b4d9f006-4ce1-418e-844e-eba4b1c3d4d2" providerId="ADAL" clId="{32449B9F-56FD-5F5C-9502-D548DDD8D813}" dt="2026-01-26T01:06:54.643" v="3189" actId="20577"/>
          <ac:spMkLst>
            <pc:docMk/>
            <pc:sldMk cId="1146600613" sldId="281"/>
            <ac:spMk id="7" creationId="{A4E3DECA-F5A1-B9F4-C20A-54256E38FB7F}"/>
          </ac:spMkLst>
        </pc:spChg>
      </pc:sldChg>
      <pc:sldChg chg="modSp mod ord modNotesTx">
        <pc:chgData name="Nazar Meredov" userId="b4d9f006-4ce1-418e-844e-eba4b1c3d4d2" providerId="ADAL" clId="{32449B9F-56FD-5F5C-9502-D548DDD8D813}" dt="2026-01-26T01:06:57.004" v="3191" actId="20577"/>
        <pc:sldMkLst>
          <pc:docMk/>
          <pc:sldMk cId="2114098839" sldId="282"/>
        </pc:sldMkLst>
        <pc:spChg chg="mod">
          <ac:chgData name="Nazar Meredov" userId="b4d9f006-4ce1-418e-844e-eba4b1c3d4d2" providerId="ADAL" clId="{32449B9F-56FD-5F5C-9502-D548DDD8D813}" dt="2026-01-26T01:06:57.004" v="3191" actId="20577"/>
          <ac:spMkLst>
            <pc:docMk/>
            <pc:sldMk cId="2114098839" sldId="282"/>
            <ac:spMk id="7" creationId="{0107BE59-47DA-7954-3D78-921E9ED5BA8F}"/>
          </ac:spMkLst>
        </pc:spChg>
      </pc:sldChg>
      <pc:sldChg chg="modSp mod modNotesTx">
        <pc:chgData name="Nazar Meredov" userId="b4d9f006-4ce1-418e-844e-eba4b1c3d4d2" providerId="ADAL" clId="{32449B9F-56FD-5F5C-9502-D548DDD8D813}" dt="2026-01-26T00:51:46.572" v="2731" actId="20577"/>
        <pc:sldMkLst>
          <pc:docMk/>
          <pc:sldMk cId="1670650125" sldId="283"/>
        </pc:sldMkLst>
        <pc:spChg chg="mod">
          <ac:chgData name="Nazar Meredov" userId="b4d9f006-4ce1-418e-844e-eba4b1c3d4d2" providerId="ADAL" clId="{32449B9F-56FD-5F5C-9502-D548DDD8D813}" dt="2026-01-26T00:43:23.130" v="2679" actId="20577"/>
          <ac:spMkLst>
            <pc:docMk/>
            <pc:sldMk cId="1670650125" sldId="283"/>
            <ac:spMk id="7" creationId="{7848B255-8C10-E3F1-426F-EB71D1A6F8E8}"/>
          </ac:spMkLst>
        </pc:spChg>
      </pc:sldChg>
      <pc:sldChg chg="modSp mod">
        <pc:chgData name="Nazar Meredov" userId="b4d9f006-4ce1-418e-844e-eba4b1c3d4d2" providerId="ADAL" clId="{32449B9F-56FD-5F5C-9502-D548DDD8D813}" dt="2026-01-26T01:06:19.560" v="3177" actId="1037"/>
        <pc:sldMkLst>
          <pc:docMk/>
          <pc:sldMk cId="4217118945" sldId="287"/>
        </pc:sldMkLst>
        <pc:picChg chg="mod">
          <ac:chgData name="Nazar Meredov" userId="b4d9f006-4ce1-418e-844e-eba4b1c3d4d2" providerId="ADAL" clId="{32449B9F-56FD-5F5C-9502-D548DDD8D813}" dt="2026-01-26T01:06:19.560" v="3177" actId="1037"/>
          <ac:picMkLst>
            <pc:docMk/>
            <pc:sldMk cId="4217118945" sldId="287"/>
            <ac:picMk id="2" creationId="{498DCDEA-96A4-DBE7-AB7E-C390FD8A27E1}"/>
          </ac:picMkLst>
        </pc:picChg>
      </pc:sldChg>
      <pc:sldChg chg="modSp mod modNotesTx">
        <pc:chgData name="Nazar Meredov" userId="b4d9f006-4ce1-418e-844e-eba4b1c3d4d2" providerId="ADAL" clId="{32449B9F-56FD-5F5C-9502-D548DDD8D813}" dt="2026-01-26T01:05:28.534" v="3162" actId="113"/>
        <pc:sldMkLst>
          <pc:docMk/>
          <pc:sldMk cId="4002604594" sldId="288"/>
        </pc:sldMkLst>
        <pc:spChg chg="mod">
          <ac:chgData name="Nazar Meredov" userId="b4d9f006-4ce1-418e-844e-eba4b1c3d4d2" providerId="ADAL" clId="{32449B9F-56FD-5F5C-9502-D548DDD8D813}" dt="2026-01-26T01:05:28.534" v="3162" actId="113"/>
          <ac:spMkLst>
            <pc:docMk/>
            <pc:sldMk cId="4002604594" sldId="288"/>
            <ac:spMk id="2" creationId="{4207CA6C-FE2C-B3F6-0F49-D101DC5F0E70}"/>
          </ac:spMkLst>
        </pc:spChg>
      </pc:sldChg>
    </pc:docChg>
  </pc:docChgLst>
  <pc:docChgLst>
    <pc:chgData name="Nazar Meredov" userId="S::xmeredov@stuba.sk::b4d9f006-4ce1-418e-844e-eba4b1c3d4d2" providerId="AD" clId="Web-{5E3A256A-69FC-A005-3D83-5CA9685FC173}"/>
    <pc:docChg chg="addSld modSld">
      <pc:chgData name="Nazar Meredov" userId="S::xmeredov@stuba.sk::b4d9f006-4ce1-418e-844e-eba4b1c3d4d2" providerId="AD" clId="Web-{5E3A256A-69FC-A005-3D83-5CA9685FC173}" dt="2026-01-25T18:30:44.904" v="384"/>
      <pc:docMkLst>
        <pc:docMk/>
      </pc:docMkLst>
      <pc:sldChg chg="modSp">
        <pc:chgData name="Nazar Meredov" userId="S::xmeredov@stuba.sk::b4d9f006-4ce1-418e-844e-eba4b1c3d4d2" providerId="AD" clId="Web-{5E3A256A-69FC-A005-3D83-5CA9685FC173}" dt="2026-01-25T18:30:30.247" v="381"/>
        <pc:sldMkLst>
          <pc:docMk/>
          <pc:sldMk cId="2441451465" sldId="262"/>
        </pc:sldMkLst>
        <pc:graphicFrameChg chg="mod modGraphic">
          <ac:chgData name="Nazar Meredov" userId="S::xmeredov@stuba.sk::b4d9f006-4ce1-418e-844e-eba4b1c3d4d2" providerId="AD" clId="Web-{5E3A256A-69FC-A005-3D83-5CA9685FC173}" dt="2026-01-25T18:30:30.247" v="381"/>
          <ac:graphicFrameMkLst>
            <pc:docMk/>
            <pc:sldMk cId="2441451465" sldId="262"/>
            <ac:graphicFrameMk id="8" creationId="{4BC4E77C-8874-195A-DA2C-35653E68EC21}"/>
          </ac:graphicFrameMkLst>
        </pc:graphicFrameChg>
      </pc:sldChg>
      <pc:sldChg chg="addSp delSp modSp">
        <pc:chgData name="Nazar Meredov" userId="S::xmeredov@stuba.sk::b4d9f006-4ce1-418e-844e-eba4b1c3d4d2" providerId="AD" clId="Web-{5E3A256A-69FC-A005-3D83-5CA9685FC173}" dt="2026-01-25T18:23:01.996" v="143" actId="1076"/>
        <pc:sldMkLst>
          <pc:docMk/>
          <pc:sldMk cId="246858110" sldId="276"/>
        </pc:sldMkLst>
        <pc:spChg chg="mod">
          <ac:chgData name="Nazar Meredov" userId="S::xmeredov@stuba.sk::b4d9f006-4ce1-418e-844e-eba4b1c3d4d2" providerId="AD" clId="Web-{5E3A256A-69FC-A005-3D83-5CA9685FC173}" dt="2026-01-25T18:23:01.996" v="143" actId="1076"/>
          <ac:spMkLst>
            <pc:docMk/>
            <pc:sldMk cId="246858110" sldId="276"/>
            <ac:spMk id="2" creationId="{3D5BCD62-17F7-59E6-F564-911036662388}"/>
          </ac:spMkLst>
        </pc:spChg>
      </pc:sldChg>
      <pc:sldChg chg="addSp delSp modSp">
        <pc:chgData name="Nazar Meredov" userId="S::xmeredov@stuba.sk::b4d9f006-4ce1-418e-844e-eba4b1c3d4d2" providerId="AD" clId="Web-{5E3A256A-69FC-A005-3D83-5CA9685FC173}" dt="2026-01-25T18:22:52.605" v="142" actId="20577"/>
        <pc:sldMkLst>
          <pc:docMk/>
          <pc:sldMk cId="1164347580" sldId="277"/>
        </pc:sldMkLst>
        <pc:spChg chg="mod">
          <ac:chgData name="Nazar Meredov" userId="S::xmeredov@stuba.sk::b4d9f006-4ce1-418e-844e-eba4b1c3d4d2" providerId="AD" clId="Web-{5E3A256A-69FC-A005-3D83-5CA9685FC173}" dt="2026-01-25T18:22:52.605" v="142" actId="20577"/>
          <ac:spMkLst>
            <pc:docMk/>
            <pc:sldMk cId="1164347580" sldId="277"/>
            <ac:spMk id="2" creationId="{76FE2A9A-1ABA-40DB-283D-BA3B6406FD58}"/>
          </ac:spMkLst>
        </pc:spChg>
      </pc:sldChg>
      <pc:sldChg chg="addSp delSp modSp">
        <pc:chgData name="Nazar Meredov" userId="S::xmeredov@stuba.sk::b4d9f006-4ce1-418e-844e-eba4b1c3d4d2" providerId="AD" clId="Web-{5E3A256A-69FC-A005-3D83-5CA9685FC173}" dt="2026-01-25T18:23:09.606" v="144" actId="1076"/>
        <pc:sldMkLst>
          <pc:docMk/>
          <pc:sldMk cId="88806951" sldId="279"/>
        </pc:sldMkLst>
        <pc:spChg chg="mod">
          <ac:chgData name="Nazar Meredov" userId="S::xmeredov@stuba.sk::b4d9f006-4ce1-418e-844e-eba4b1c3d4d2" providerId="AD" clId="Web-{5E3A256A-69FC-A005-3D83-5CA9685FC173}" dt="2026-01-25T18:23:09.606" v="144" actId="1076"/>
          <ac:spMkLst>
            <pc:docMk/>
            <pc:sldMk cId="88806951" sldId="279"/>
            <ac:spMk id="2" creationId="{E562AF2E-5A19-14E9-6754-69FBF02E1906}"/>
          </ac:spMkLst>
        </pc:spChg>
      </pc:sldChg>
      <pc:sldChg chg="addSp delSp modSp">
        <pc:chgData name="Nazar Meredov" userId="S::xmeredov@stuba.sk::b4d9f006-4ce1-418e-844e-eba4b1c3d4d2" providerId="AD" clId="Web-{5E3A256A-69FC-A005-3D83-5CA9685FC173}" dt="2026-01-24T20:19:30.950" v="39"/>
        <pc:sldMkLst>
          <pc:docMk/>
          <pc:sldMk cId="1540846934" sldId="280"/>
        </pc:sldMkLst>
        <pc:picChg chg="mod">
          <ac:chgData name="Nazar Meredov" userId="S::xmeredov@stuba.sk::b4d9f006-4ce1-418e-844e-eba4b1c3d4d2" providerId="AD" clId="Web-{5E3A256A-69FC-A005-3D83-5CA9685FC173}" dt="2026-01-24T20:18:29.899" v="30" actId="1076"/>
          <ac:picMkLst>
            <pc:docMk/>
            <pc:sldMk cId="1540846934" sldId="280"/>
            <ac:picMk id="8" creationId="{7D5A3A4E-9B29-D568-DA47-E41333EEDEBA}"/>
          </ac:picMkLst>
        </pc:picChg>
      </pc:sldChg>
      <pc:sldChg chg="addSp modSp">
        <pc:chgData name="Nazar Meredov" userId="S::xmeredov@stuba.sk::b4d9f006-4ce1-418e-844e-eba4b1c3d4d2" providerId="AD" clId="Web-{5E3A256A-69FC-A005-3D83-5CA9685FC173}" dt="2026-01-25T18:25:09.716" v="195" actId="1076"/>
        <pc:sldMkLst>
          <pc:docMk/>
          <pc:sldMk cId="4217118945" sldId="287"/>
        </pc:sldMkLst>
        <pc:spChg chg="mod">
          <ac:chgData name="Nazar Meredov" userId="S::xmeredov@stuba.sk::b4d9f006-4ce1-418e-844e-eba4b1c3d4d2" providerId="AD" clId="Web-{5E3A256A-69FC-A005-3D83-5CA9685FC173}" dt="2026-01-25T18:25:07.920" v="194" actId="20577"/>
          <ac:spMkLst>
            <pc:docMk/>
            <pc:sldMk cId="4217118945" sldId="287"/>
            <ac:spMk id="3" creationId="{81187AA9-88A4-5F09-DA78-8BBEBE416565}"/>
          </ac:spMkLst>
        </pc:spChg>
        <pc:spChg chg="add mod">
          <ac:chgData name="Nazar Meredov" userId="S::xmeredov@stuba.sk::b4d9f006-4ce1-418e-844e-eba4b1c3d4d2" providerId="AD" clId="Web-{5E3A256A-69FC-A005-3D83-5CA9685FC173}" dt="2026-01-25T18:25:09.716" v="195" actId="1076"/>
          <ac:spMkLst>
            <pc:docMk/>
            <pc:sldMk cId="4217118945" sldId="287"/>
            <ac:spMk id="5" creationId="{32C481CD-6F2F-759D-3105-1DA11E7656A5}"/>
          </ac:spMkLst>
        </pc:spChg>
        <pc:picChg chg="mod">
          <ac:chgData name="Nazar Meredov" userId="S::xmeredov@stuba.sk::b4d9f006-4ce1-418e-844e-eba4b1c3d4d2" providerId="AD" clId="Web-{5E3A256A-69FC-A005-3D83-5CA9685FC173}" dt="2026-01-25T18:23:29.293" v="147" actId="1076"/>
          <ac:picMkLst>
            <pc:docMk/>
            <pc:sldMk cId="4217118945" sldId="287"/>
            <ac:picMk id="2" creationId="{498DCDEA-96A4-DBE7-AB7E-C390FD8A27E1}"/>
          </ac:picMkLst>
        </pc:picChg>
      </pc:sldChg>
      <pc:sldChg chg="addSp delSp modSp add replId">
        <pc:chgData name="Nazar Meredov" userId="S::xmeredov@stuba.sk::b4d9f006-4ce1-418e-844e-eba4b1c3d4d2" providerId="AD" clId="Web-{5E3A256A-69FC-A005-3D83-5CA9685FC173}" dt="2026-01-25T18:20:29.713" v="127" actId="20577"/>
        <pc:sldMkLst>
          <pc:docMk/>
          <pc:sldMk cId="4002604594" sldId="288"/>
        </pc:sldMkLst>
        <pc:spChg chg="mod">
          <ac:chgData name="Nazar Meredov" userId="S::xmeredov@stuba.sk::b4d9f006-4ce1-418e-844e-eba4b1c3d4d2" providerId="AD" clId="Web-{5E3A256A-69FC-A005-3D83-5CA9685FC173}" dt="2026-01-25T18:20:29.713" v="127" actId="20577"/>
          <ac:spMkLst>
            <pc:docMk/>
            <pc:sldMk cId="4002604594" sldId="288"/>
            <ac:spMk id="2" creationId="{4207CA6C-FE2C-B3F6-0F49-D101DC5F0E70}"/>
          </ac:spMkLst>
        </pc:spChg>
      </pc:sldChg>
    </pc:docChg>
  </pc:docChgLst>
  <pc:docChgLst>
    <pc:chgData name="Nazar Meredov" userId="S::xmeredov@stuba.sk::b4d9f006-4ce1-418e-844e-eba4b1c3d4d2" providerId="AD" clId="Web-{5AFE7D50-5F93-24D1-03E0-767A59624D6B}"/>
    <pc:docChg chg="modSld">
      <pc:chgData name="Nazar Meredov" userId="S::xmeredov@stuba.sk::b4d9f006-4ce1-418e-844e-eba4b1c3d4d2" providerId="AD" clId="Web-{5AFE7D50-5F93-24D1-03E0-767A59624D6B}" dt="2026-01-23T18:41:23.790" v="307"/>
      <pc:docMkLst>
        <pc:docMk/>
      </pc:docMkLst>
      <pc:sldChg chg="modSp">
        <pc:chgData name="Nazar Meredov" userId="S::xmeredov@stuba.sk::b4d9f006-4ce1-418e-844e-eba4b1c3d4d2" providerId="AD" clId="Web-{5AFE7D50-5F93-24D1-03E0-767A59624D6B}" dt="2026-01-23T17:17:49.953" v="186"/>
        <pc:sldMkLst>
          <pc:docMk/>
          <pc:sldMk cId="2441451465" sldId="262"/>
        </pc:sldMkLst>
        <pc:graphicFrameChg chg="mod modGraphic">
          <ac:chgData name="Nazar Meredov" userId="S::xmeredov@stuba.sk::b4d9f006-4ce1-418e-844e-eba4b1c3d4d2" providerId="AD" clId="Web-{5AFE7D50-5F93-24D1-03E0-767A59624D6B}" dt="2026-01-23T17:17:49.953" v="186"/>
          <ac:graphicFrameMkLst>
            <pc:docMk/>
            <pc:sldMk cId="2441451465" sldId="262"/>
            <ac:graphicFrameMk id="8" creationId="{4BC4E77C-8874-195A-DA2C-35653E68EC21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19DC6-D87A-6944-B7A9-AC9839BBA635}" type="datetimeFigureOut">
              <a:rPr lang="sk-SK" smtClean="0"/>
              <a:t>7.2.2026</a:t>
            </a:fld>
            <a:endParaRPr lang="sk-S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22004B-A4E4-9E4A-936C-59495950A4D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43150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2004B-A4E4-9E4A-936C-59495950A4DF}" type="slidenum">
              <a:rPr lang="sk-SK" smtClean="0"/>
              <a:t>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85976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C7C6D-4FEF-887E-CCC4-842D0AC7A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05BE5D-C6FF-C422-9018-A3C2B8DC1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E4AA577-295D-E1EA-0A3B-F4EB9AF4D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58A2DC-315E-3F67-367F-BF2D93156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2004B-A4E4-9E4A-936C-59495950A4DF}" type="slidenum">
              <a:rPr lang="sk-SK" smtClean="0"/>
              <a:t>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72433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50A7A-2D64-591F-319D-D2C8CA10A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4C5B060-2E69-6123-E597-321A6F984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F9F0409-BA66-1EEA-EAEE-0EB4DCCDE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sk-SK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0A2166-FC9E-E72A-83C9-94A102EF7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2004B-A4E4-9E4A-936C-59495950A4DF}" type="slidenum">
              <a:rPr lang="sk-SK" smtClean="0"/>
              <a:t>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27906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A6F09-D7E0-BAB2-A0FD-E114E31A8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C829DE6-D41C-6BB2-15CC-670A0AAD8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DB9CFDE-9F7E-EB0A-720C-30D88F7EF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62DBEB-06EE-20C1-80ED-241A8C5AD5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2004B-A4E4-9E4A-936C-59495950A4DF}" type="slidenum">
              <a:rPr lang="sk-SK" smtClean="0"/>
              <a:t>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34911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endParaRPr lang="en-US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2004B-A4E4-9E4A-936C-59495950A4DF}" type="slidenum">
              <a:rPr lang="sk-SK" smtClean="0"/>
              <a:t>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66525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2004B-A4E4-9E4A-936C-59495950A4DF}" type="slidenum">
              <a:rPr lang="sk-SK" smtClean="0"/>
              <a:t>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38118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20A14-983C-644D-E3A9-745939FF1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05ABFF4-BB28-96E0-799F-CAFCA3BB2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909AAF2-5C26-605D-FC4A-2BD17C3BD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9A7D7E-65A2-B06F-9598-43A1F9985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2004B-A4E4-9E4A-936C-59495950A4DF}" type="slidenum">
              <a:rPr lang="sk-SK" smtClean="0"/>
              <a:t>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87232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45124-E69A-C4D9-937A-60C895A2E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F895944-FC4B-50A4-0267-C1B72EBC3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022D729-2A86-34C6-087E-CF1D7A351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436E48-2061-DF32-65D8-399F7C741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2004B-A4E4-9E4A-936C-59495950A4DF}" type="slidenum">
              <a:rPr lang="sk-SK" smtClean="0"/>
              <a:t>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41028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41CC5-AE11-34D4-9EA0-A1D535FC1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8C2932B-4B59-ED5D-E26C-B111CD42F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90F1EFA-6697-78CD-7124-73F08EE3B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B798F2-7784-263F-DE53-BB07CB98A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2004B-A4E4-9E4A-936C-59495950A4DF}" type="slidenum">
              <a:rPr lang="sk-SK" smtClean="0"/>
              <a:t>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41219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2004B-A4E4-9E4A-936C-59495950A4DF}" type="slidenum">
              <a:rPr lang="sk-SK" smtClean="0"/>
              <a:t>10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6286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A174A-2766-2ED4-8214-12A8BEB79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0F2AC4-0735-4CF4-4952-D4F603723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A8D68A2-135F-C9D4-554D-B4C0EC2AF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F1FE75-D4FC-FC6F-94C5-C3807C020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2004B-A4E4-9E4A-936C-59495950A4DF}" type="slidenum">
              <a:rPr lang="sk-SK" smtClean="0"/>
              <a:t>11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21695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>
              <a:solidFill>
                <a:srgbClr val="444444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2004B-A4E4-9E4A-936C-59495950A4DF}" type="slidenum">
              <a:rPr lang="sk-SK" smtClean="0"/>
              <a:t>12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277746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8D3C1-D9C8-B557-9218-F3866A3A8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EF30364-7C68-D2C0-FB29-390612F96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C6C9CF9-8575-BCE9-E888-E341BA164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B7DBFA-CAF2-B51E-9A20-5AE20EB2C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2004B-A4E4-9E4A-936C-59495950A4DF}" type="slidenum">
              <a:rPr lang="sk-SK" smtClean="0"/>
              <a:t>13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76018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D94A9-C4CB-62B4-794C-D1755853AD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AAF622-26F5-EE70-CEBE-BB675AFF1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k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D52B6-6622-6927-6088-2A8F47D55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DB329-F320-1340-9205-6FCFFE7BA2B9}" type="datetimeFigureOut">
              <a:rPr lang="sk-SK" smtClean="0"/>
              <a:t>7.2.2026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C8182-434F-EB7A-0D81-E1BDC6C76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5EF9F-4D6D-398C-901A-326D154FD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0967-4BDE-1D4F-B67A-46A3FB6DBA4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20192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A6DFB-88CC-9F7A-AB7D-320F0D40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AFABF-973E-70DC-287C-5A87AEEF4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B17DD-FAFE-6D6F-CD54-6057BF985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DB329-F320-1340-9205-6FCFFE7BA2B9}" type="datetimeFigureOut">
              <a:rPr lang="sk-SK" smtClean="0"/>
              <a:t>7.2.2026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41519-6067-24A2-BEDF-B32E4F45C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39148-E822-2E5F-300A-5DCE96F72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0967-4BDE-1D4F-B67A-46A3FB6DBA4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25029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37E8-0C36-F24F-0A63-F5784C74A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8061B-CF84-0736-CF37-7458A5C2F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19FB9-5908-E115-DAC2-B729F6E2F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DB329-F320-1340-9205-6FCFFE7BA2B9}" type="datetimeFigureOut">
              <a:rPr lang="sk-SK" smtClean="0"/>
              <a:t>7.2.2026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E95F8-CC37-1275-36E9-F16831901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9EE1D-C79C-BD77-D91D-EC7D0024B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0967-4BDE-1D4F-B67A-46A3FB6DBA4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42319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5E91-047C-FDE2-E719-10195525C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3702E-6146-3F2B-001D-368662F30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6CBDE-2E50-9CDE-93EA-275568CFB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7D223-B662-B9F8-8ED2-E3CFBBE18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DB329-F320-1340-9205-6FCFFE7BA2B9}" type="datetimeFigureOut">
              <a:rPr lang="sk-SK" smtClean="0"/>
              <a:t>7.2.2026</a:t>
            </a:fld>
            <a:endParaRPr lang="sk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1748F-2384-96DE-F004-857E3A1F7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E9545-1F5D-C706-DD7A-3A53146C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0967-4BDE-1D4F-B67A-46A3FB6DBA4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7678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F721E-9AD8-9C3F-9E26-A79A1153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AFECE-24FD-5917-1E95-DBF0723FB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C355B-A027-C15C-4B69-33B51FA9F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5FC043-9472-4D88-0109-30C354F1F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740F0-A6E3-FAE2-2C4B-F0C5547B8F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B419A0-7314-CE0B-0781-BFDA01B16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DB329-F320-1340-9205-6FCFFE7BA2B9}" type="datetimeFigureOut">
              <a:rPr lang="sk-SK" smtClean="0"/>
              <a:t>7.2.2026</a:t>
            </a:fld>
            <a:endParaRPr lang="sk-S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19F238-A517-3B26-9C4E-DED72AB86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3C2028-46DC-5C68-A7E6-6ED0A83E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0967-4BDE-1D4F-B67A-46A3FB6DBA4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13547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0BBDB-A4BE-AFA8-54E5-D0B3306D6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7B5DF5-C745-DD05-18AD-1768ADA53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DB329-F320-1340-9205-6FCFFE7BA2B9}" type="datetimeFigureOut">
              <a:rPr lang="sk-SK" smtClean="0"/>
              <a:t>7.2.2026</a:t>
            </a:fld>
            <a:endParaRPr lang="sk-S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9735A-B754-97E9-36B1-54DDE4AAE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F4311-3BDF-8F8B-3064-A0A470DD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0967-4BDE-1D4F-B67A-46A3FB6DBA4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860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B2E8C1-FCB6-78B5-E0E3-CCEBEE3A8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DB329-F320-1340-9205-6FCFFE7BA2B9}" type="datetimeFigureOut">
              <a:rPr lang="sk-SK" smtClean="0"/>
              <a:t>7.2.2026</a:t>
            </a:fld>
            <a:endParaRPr lang="sk-S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1059D-0C73-4A69-B469-3BAB7E48B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7EE8B-6DCB-2B99-FD64-003F5C383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0967-4BDE-1D4F-B67A-46A3FB6DBA4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58770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A8DB6-D20B-9D85-0A58-583A99C01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E6D4B-18DC-1913-C1BE-53F2539D2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9F68A-6A99-BC89-0D91-C6D4AED39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88B50-EE82-CEA3-A4BE-17A2A86DD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DB329-F320-1340-9205-6FCFFE7BA2B9}" type="datetimeFigureOut">
              <a:rPr lang="sk-SK" smtClean="0"/>
              <a:t>7.2.2026</a:t>
            </a:fld>
            <a:endParaRPr lang="sk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6E4A6-F986-E3AB-AD68-A2B001C2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C7738-7554-6320-CB77-C552E4664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0967-4BDE-1D4F-B67A-46A3FB6DBA4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79357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81F29-F93F-868F-F848-B85337D8A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135D6-3A47-1E76-3D04-93689D30A7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0EEE8-14B9-0343-5ED1-6782B385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3C505-F2C3-DAFC-056A-340A8E7AB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DB329-F320-1340-9205-6FCFFE7BA2B9}" type="datetimeFigureOut">
              <a:rPr lang="sk-SK" smtClean="0"/>
              <a:t>7.2.2026</a:t>
            </a:fld>
            <a:endParaRPr lang="sk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1D639-5F42-F25D-4D9F-95298817F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50367-4825-2B1F-A92C-0308E56A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0967-4BDE-1D4F-B67A-46A3FB6DBA4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9388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4743-3500-AB0A-4D65-9D0BC6DF3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20BA4-0A96-A2C3-5834-0CB973B0B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2D73F-1EA2-5092-A943-CC6ABC14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DB329-F320-1340-9205-6FCFFE7BA2B9}" type="datetimeFigureOut">
              <a:rPr lang="sk-SK" smtClean="0"/>
              <a:t>7.2.2026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D167F-004C-AC4A-D3F8-B77EAD5F5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4DED6-BC31-0288-68A3-49EA3246F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0967-4BDE-1D4F-B67A-46A3FB6DBA4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297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86C98C-3525-59BE-AC1E-D4B0ED68AF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328B5-6A6D-D1DA-237C-016523200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0D104-035B-8C51-1905-96D629B46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DB329-F320-1340-9205-6FCFFE7BA2B9}" type="datetimeFigureOut">
              <a:rPr lang="sk-SK" smtClean="0"/>
              <a:t>7.2.2026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1665D-8F6E-571C-6C1F-2045B451A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41D2A-D7B5-D1BE-754A-6FB95E491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0967-4BDE-1D4F-B67A-46A3FB6DBA4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44842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7DE02F-9F06-8612-010B-CB28B56A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B7465-02FC-3E0A-F09B-A59093406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CE3C2-8AAF-4C7E-B587-D2C5A34E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DB329-F320-1340-9205-6FCFFE7BA2B9}" type="datetimeFigureOut">
              <a:rPr lang="sk-SK" smtClean="0"/>
              <a:t>7.2.2026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08A1E-B672-84CB-11EC-01C3B21BE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FC725-F36F-1F64-1E4C-108EDA52D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020967-4BDE-1D4F-B67A-46A3FB6DBA4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63608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CE3D0-40A9-B6AA-E636-AD8DA96E5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3857"/>
            <a:ext cx="9144000" cy="2387600"/>
          </a:xfrm>
        </p:spPr>
        <p:txBody>
          <a:bodyPr>
            <a:normAutofit/>
          </a:bodyPr>
          <a:lstStyle/>
          <a:p>
            <a:r>
              <a:rPr lang="en-GB" b="1" noProof="0" dirty="0"/>
              <a:t>BP NAME</a:t>
            </a:r>
            <a:endParaRPr lang="en-GB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0D1FE-F568-64AB-B5A0-8562DA74E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6438"/>
            <a:ext cx="9144000" cy="1655762"/>
          </a:xfrm>
        </p:spPr>
        <p:txBody>
          <a:bodyPr/>
          <a:lstStyle/>
          <a:p>
            <a:pPr algn="l"/>
            <a:r>
              <a:rPr lang="en-GB" b="1" noProof="0" dirty="0"/>
              <a:t>Autor: </a:t>
            </a:r>
            <a:r>
              <a:rPr lang="en-GB" noProof="0" dirty="0"/>
              <a:t>Name Surname</a:t>
            </a:r>
          </a:p>
          <a:p>
            <a:pPr algn="l"/>
            <a:r>
              <a:rPr lang="en-GB" b="1" noProof="0" dirty="0" err="1"/>
              <a:t>Školiteľ</a:t>
            </a:r>
            <a:r>
              <a:rPr lang="en-GB" b="1" noProof="0" dirty="0"/>
              <a:t>: </a:t>
            </a:r>
            <a:r>
              <a:rPr lang="en-GB" noProof="0" dirty="0" err="1"/>
              <a:t>SuperVisor</a:t>
            </a:r>
            <a:r>
              <a:rPr lang="en-GB" noProof="0" dirty="0"/>
              <a:t> Name Surname </a:t>
            </a:r>
            <a:r>
              <a:rPr lang="en-GB" noProof="0" dirty="0" err="1"/>
              <a:t>Phd</a:t>
            </a:r>
            <a:r>
              <a:rPr lang="en-GB" noProof="0" dirty="0"/>
              <a:t>.</a:t>
            </a:r>
          </a:p>
          <a:p>
            <a:pPr algn="l"/>
            <a:r>
              <a:rPr lang="en-GB" b="1" noProof="0" dirty="0"/>
              <a:t>Rok: </a:t>
            </a:r>
            <a:r>
              <a:rPr lang="en-GB" noProof="0" dirty="0"/>
              <a:t>202x/202x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92D646-149A-B7C3-C4BD-4A06F3E48906}"/>
              </a:ext>
            </a:extLst>
          </p:cNvPr>
          <p:cNvSpPr/>
          <p:nvPr/>
        </p:nvSpPr>
        <p:spPr>
          <a:xfrm>
            <a:off x="0" y="0"/>
            <a:ext cx="635726" cy="63137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noFill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951AFD-0071-4113-C26E-F96978814911}"/>
              </a:ext>
            </a:extLst>
          </p:cNvPr>
          <p:cNvSpPr txBox="1"/>
          <p:nvPr/>
        </p:nvSpPr>
        <p:spPr>
          <a:xfrm>
            <a:off x="0" y="6396335"/>
            <a:ext cx="691215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noProof="0" dirty="0"/>
              <a:t>1 </a:t>
            </a:r>
            <a:r>
              <a:rPr lang="en-GB" sz="2400" noProof="0" dirty="0"/>
              <a:t>/ X</a:t>
            </a:r>
          </a:p>
        </p:txBody>
      </p:sp>
      <p:pic>
        <p:nvPicPr>
          <p:cNvPr id="8" name="Picture 7" descr="A logo with blue dots and black letters&#10;&#10;AI-generated content may be incorrect.">
            <a:extLst>
              <a:ext uri="{FF2B5EF4-FFF2-40B4-BE49-F238E27FC236}">
                <a16:creationId xmlns:a16="http://schemas.microsoft.com/office/drawing/2014/main" id="{E5C45D34-B66E-A1B1-C051-77452D3625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16"/>
          <a:stretch>
            <a:fillRect/>
          </a:stretch>
        </p:blipFill>
        <p:spPr>
          <a:xfrm>
            <a:off x="9554266" y="0"/>
            <a:ext cx="25781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871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453EC-3726-844B-6DED-5379749D8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48F35-7844-936E-098E-95D4CE9E1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noProof="0" dirty="0" err="1">
                <a:ea typeface="+mj-lt"/>
                <a:cs typeface="+mj-lt"/>
              </a:rPr>
              <a:t>Definícia</a:t>
            </a:r>
            <a:r>
              <a:rPr lang="en-GB" sz="4800" b="1" noProof="0" dirty="0">
                <a:ea typeface="+mj-lt"/>
                <a:cs typeface="+mj-lt"/>
              </a:rPr>
              <a:t> </a:t>
            </a:r>
            <a:r>
              <a:rPr lang="en-GB" sz="4800" b="1" noProof="0" dirty="0" err="1">
                <a:ea typeface="+mj-lt"/>
                <a:cs typeface="+mj-lt"/>
              </a:rPr>
              <a:t>problému</a:t>
            </a:r>
            <a:endParaRPr lang="en-GB" b="1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F2A80-6FB9-0615-8248-CE66E847A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485" y="1610982"/>
            <a:ext cx="10583126" cy="236167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3600" noProof="0" dirty="0" err="1">
                <a:ea typeface="+mn-lt"/>
                <a:cs typeface="+mn-lt"/>
              </a:rPr>
              <a:t>Bla</a:t>
            </a:r>
            <a:r>
              <a:rPr lang="en-GB" sz="3600" noProof="0" dirty="0">
                <a:ea typeface="+mn-lt"/>
                <a:cs typeface="+mn-lt"/>
              </a:rPr>
              <a:t> </a:t>
            </a:r>
            <a:r>
              <a:rPr lang="en-GB" sz="3600" noProof="0" dirty="0" err="1">
                <a:ea typeface="+mn-lt"/>
                <a:cs typeface="+mn-lt"/>
              </a:rPr>
              <a:t>bla</a:t>
            </a:r>
            <a:r>
              <a:rPr lang="en-GB" sz="3600" noProof="0" dirty="0">
                <a:ea typeface="+mn-lt"/>
                <a:cs typeface="+mn-lt"/>
              </a:rPr>
              <a:t> </a:t>
            </a:r>
            <a:r>
              <a:rPr lang="en-GB" sz="3600" noProof="0" dirty="0" err="1">
                <a:ea typeface="+mn-lt"/>
                <a:cs typeface="+mn-lt"/>
              </a:rPr>
              <a:t>bla</a:t>
            </a:r>
            <a:r>
              <a:rPr lang="en-GB" sz="3600" noProof="0" dirty="0">
                <a:ea typeface="+mn-lt"/>
                <a:cs typeface="+mn-lt"/>
              </a:rPr>
              <a:t>…</a:t>
            </a:r>
            <a:endParaRPr lang="en-GB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E98C9-4393-8DFF-B744-9982DF4FD19E}"/>
              </a:ext>
            </a:extLst>
          </p:cNvPr>
          <p:cNvSpPr/>
          <p:nvPr/>
        </p:nvSpPr>
        <p:spPr>
          <a:xfrm>
            <a:off x="0" y="0"/>
            <a:ext cx="635726" cy="63137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noFill/>
            </a:endParaRPr>
          </a:p>
        </p:txBody>
      </p:sp>
      <p:pic>
        <p:nvPicPr>
          <p:cNvPr id="6" name="Picture 5" descr="A logo with blue dots and black letters&#10;&#10;AI-generated content may be incorrect.">
            <a:extLst>
              <a:ext uri="{FF2B5EF4-FFF2-40B4-BE49-F238E27FC236}">
                <a16:creationId xmlns:a16="http://schemas.microsoft.com/office/drawing/2014/main" id="{F409974D-F06D-E517-5574-46489240CF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16"/>
          <a:stretch>
            <a:fillRect/>
          </a:stretch>
        </p:blipFill>
        <p:spPr>
          <a:xfrm>
            <a:off x="9554266" y="0"/>
            <a:ext cx="2578100" cy="1371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650779-DD8E-E43D-FBB2-AD5448FE0DC1}"/>
              </a:ext>
            </a:extLst>
          </p:cNvPr>
          <p:cNvSpPr txBox="1"/>
          <p:nvPr/>
        </p:nvSpPr>
        <p:spPr>
          <a:xfrm>
            <a:off x="0" y="6396335"/>
            <a:ext cx="67037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dirty="0"/>
              <a:t>x</a:t>
            </a:r>
            <a:r>
              <a:rPr lang="en-GB" noProof="0" dirty="0"/>
              <a:t> </a:t>
            </a:r>
            <a:r>
              <a:rPr lang="en-GB" sz="2400" noProof="0" dirty="0"/>
              <a:t>/ X</a:t>
            </a:r>
          </a:p>
        </p:txBody>
      </p:sp>
    </p:spTree>
    <p:extLst>
      <p:ext uri="{BB962C8B-B14F-4D97-AF65-F5344CB8AC3E}">
        <p14:creationId xmlns:p14="http://schemas.microsoft.com/office/powerpoint/2010/main" val="1540846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9BDA4-A859-B3DC-E3D8-174C295B1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41428-4E1D-11BC-93D5-426568447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noProof="0" dirty="0" err="1">
                <a:ea typeface="+mj-lt"/>
                <a:cs typeface="+mj-lt"/>
              </a:rPr>
              <a:t>Ciele</a:t>
            </a:r>
            <a:r>
              <a:rPr lang="en-GB" sz="4800" b="1" noProof="0" dirty="0">
                <a:ea typeface="+mj-lt"/>
                <a:cs typeface="+mj-lt"/>
              </a:rPr>
              <a:t> </a:t>
            </a:r>
            <a:r>
              <a:rPr lang="en-GB" sz="4800" b="1" noProof="0" dirty="0" err="1">
                <a:ea typeface="+mj-lt"/>
                <a:cs typeface="+mj-lt"/>
              </a:rPr>
              <a:t>práce</a:t>
            </a:r>
            <a:endParaRPr lang="en-GB" sz="4800" b="1" noProof="0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33BFC-2AD0-18D5-3B7C-B590415CD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144" y="1650502"/>
            <a:ext cx="10490200" cy="113945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3600" dirty="0" err="1">
                <a:ea typeface="+mn-lt"/>
                <a:cs typeface="+mn-lt"/>
              </a:rPr>
              <a:t>Bla</a:t>
            </a:r>
            <a:r>
              <a:rPr lang="en-GB" sz="3600" dirty="0">
                <a:ea typeface="+mn-lt"/>
                <a:cs typeface="+mn-lt"/>
              </a:rPr>
              <a:t> </a:t>
            </a:r>
            <a:r>
              <a:rPr lang="en-GB" sz="3600" dirty="0" err="1">
                <a:ea typeface="+mn-lt"/>
                <a:cs typeface="+mn-lt"/>
              </a:rPr>
              <a:t>bla</a:t>
            </a:r>
            <a:r>
              <a:rPr lang="en-GB" sz="3600" dirty="0">
                <a:ea typeface="+mn-lt"/>
                <a:cs typeface="+mn-lt"/>
              </a:rPr>
              <a:t> </a:t>
            </a:r>
            <a:r>
              <a:rPr lang="en-GB" sz="3600" dirty="0" err="1">
                <a:ea typeface="+mn-lt"/>
                <a:cs typeface="+mn-lt"/>
              </a:rPr>
              <a:t>bla</a:t>
            </a:r>
            <a:r>
              <a:rPr lang="en-GB" sz="3600" dirty="0">
                <a:ea typeface="+mn-lt"/>
                <a:cs typeface="+mn-lt"/>
              </a:rPr>
              <a:t>…</a:t>
            </a:r>
            <a:endParaRPr lang="en-GB" sz="3600" dirty="0"/>
          </a:p>
          <a:p>
            <a:pPr marL="0" indent="0">
              <a:buNone/>
            </a:pPr>
            <a:endParaRPr lang="en-GB" sz="3600" b="1" noProof="0" dirty="0"/>
          </a:p>
          <a:p>
            <a:pPr marL="0" indent="0">
              <a:buNone/>
            </a:pPr>
            <a:endParaRPr lang="en-GB" sz="3600" b="1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0A4B23-C77D-07B5-0DDC-EC7FBEC66CE2}"/>
              </a:ext>
            </a:extLst>
          </p:cNvPr>
          <p:cNvSpPr/>
          <p:nvPr/>
        </p:nvSpPr>
        <p:spPr>
          <a:xfrm>
            <a:off x="0" y="0"/>
            <a:ext cx="635726" cy="63137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noFill/>
            </a:endParaRPr>
          </a:p>
        </p:txBody>
      </p:sp>
      <p:pic>
        <p:nvPicPr>
          <p:cNvPr id="6" name="Picture 5" descr="A logo with blue dots and black letters&#10;&#10;AI-generated content may be incorrect.">
            <a:extLst>
              <a:ext uri="{FF2B5EF4-FFF2-40B4-BE49-F238E27FC236}">
                <a16:creationId xmlns:a16="http://schemas.microsoft.com/office/drawing/2014/main" id="{7158B28A-9518-C6DA-AA99-0D19296A2D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16"/>
          <a:stretch>
            <a:fillRect/>
          </a:stretch>
        </p:blipFill>
        <p:spPr>
          <a:xfrm>
            <a:off x="9554266" y="0"/>
            <a:ext cx="2578100" cy="1371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07BE59-47DA-7954-3D78-921E9ED5BA8F}"/>
              </a:ext>
            </a:extLst>
          </p:cNvPr>
          <p:cNvSpPr txBox="1"/>
          <p:nvPr/>
        </p:nvSpPr>
        <p:spPr>
          <a:xfrm>
            <a:off x="0" y="6396335"/>
            <a:ext cx="67037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dirty="0"/>
              <a:t>x</a:t>
            </a:r>
            <a:r>
              <a:rPr lang="en-GB" noProof="0" dirty="0"/>
              <a:t> </a:t>
            </a:r>
            <a:r>
              <a:rPr lang="en-GB" sz="2400" noProof="0" dirty="0"/>
              <a:t>/ X</a:t>
            </a:r>
          </a:p>
        </p:txBody>
      </p:sp>
      <p:pic>
        <p:nvPicPr>
          <p:cNvPr id="11" name="Рисунок 10" descr="Значок 1 со сплошной заливкой">
            <a:extLst>
              <a:ext uri="{FF2B5EF4-FFF2-40B4-BE49-F238E27FC236}">
                <a16:creationId xmlns:a16="http://schemas.microsoft.com/office/drawing/2014/main" id="{0FECF8AC-1BF2-1848-C77A-082B36079D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88445" y="3397005"/>
            <a:ext cx="545021" cy="529632"/>
          </a:xfrm>
          <a:prstGeom prst="rect">
            <a:avLst/>
          </a:prstGeom>
        </p:spPr>
      </p:pic>
      <p:pic>
        <p:nvPicPr>
          <p:cNvPr id="12" name="Рисунок 11" descr="Значок со сплошной заливкой">
            <a:extLst>
              <a:ext uri="{FF2B5EF4-FFF2-40B4-BE49-F238E27FC236}">
                <a16:creationId xmlns:a16="http://schemas.microsoft.com/office/drawing/2014/main" id="{EB6E592E-E645-A924-824D-4F8B16C10D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31062" y="3384182"/>
            <a:ext cx="543210" cy="544720"/>
          </a:xfrm>
          <a:prstGeom prst="rect">
            <a:avLst/>
          </a:prstGeom>
        </p:spPr>
      </p:pic>
      <p:pic>
        <p:nvPicPr>
          <p:cNvPr id="13" name="Рисунок 12" descr="Значок 3 со сплошной заливкой">
            <a:extLst>
              <a:ext uri="{FF2B5EF4-FFF2-40B4-BE49-F238E27FC236}">
                <a16:creationId xmlns:a16="http://schemas.microsoft.com/office/drawing/2014/main" id="{8304FA2D-2656-28E2-E4C7-94928C9DFA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68325" y="3388212"/>
            <a:ext cx="542305" cy="544720"/>
          </a:xfrm>
          <a:prstGeom prst="rect">
            <a:avLst/>
          </a:prstGeom>
        </p:spPr>
      </p:pic>
      <p:pic>
        <p:nvPicPr>
          <p:cNvPr id="14" name="Рисунок 13" descr="Значок 4 со сплошной заливкой">
            <a:extLst>
              <a:ext uri="{FF2B5EF4-FFF2-40B4-BE49-F238E27FC236}">
                <a16:creationId xmlns:a16="http://schemas.microsoft.com/office/drawing/2014/main" id="{5E022BC9-CCBE-8F39-55A9-DFAF302F57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14592" y="3400032"/>
            <a:ext cx="544115" cy="55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098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8B608-FDFC-181B-E94F-B19C5139C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71C08-8A21-173E-CA0A-2B11DD4BF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noProof="0" dirty="0" err="1">
                <a:ea typeface="+mj-lt"/>
                <a:cs typeface="+mj-lt"/>
              </a:rPr>
              <a:t>Navrhované</a:t>
            </a:r>
            <a:r>
              <a:rPr lang="en-GB" sz="4800" b="1" noProof="0" dirty="0">
                <a:ea typeface="+mj-lt"/>
                <a:cs typeface="+mj-lt"/>
              </a:rPr>
              <a:t> </a:t>
            </a:r>
            <a:r>
              <a:rPr lang="en-GB" sz="4800" b="1" noProof="0" dirty="0" err="1">
                <a:ea typeface="+mj-lt"/>
                <a:cs typeface="+mj-lt"/>
              </a:rPr>
              <a:t>riešenie</a:t>
            </a:r>
            <a:r>
              <a:rPr lang="en-GB" sz="4800" b="1" noProof="0" dirty="0"/>
              <a:t>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4E4CC-EF13-61E8-F329-0181368A7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411" y="1565715"/>
            <a:ext cx="10490200" cy="165248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3600" dirty="0" err="1">
                <a:ea typeface="+mn-lt"/>
                <a:cs typeface="+mn-lt"/>
              </a:rPr>
              <a:t>Bla</a:t>
            </a:r>
            <a:r>
              <a:rPr lang="en-GB" sz="3600" dirty="0">
                <a:ea typeface="+mn-lt"/>
                <a:cs typeface="+mn-lt"/>
              </a:rPr>
              <a:t> </a:t>
            </a:r>
            <a:r>
              <a:rPr lang="en-GB" sz="3600" dirty="0" err="1">
                <a:ea typeface="+mn-lt"/>
                <a:cs typeface="+mn-lt"/>
              </a:rPr>
              <a:t>bla</a:t>
            </a:r>
            <a:r>
              <a:rPr lang="en-GB" sz="3600" dirty="0">
                <a:ea typeface="+mn-lt"/>
                <a:cs typeface="+mn-lt"/>
              </a:rPr>
              <a:t> </a:t>
            </a:r>
            <a:r>
              <a:rPr lang="en-GB" sz="3600" dirty="0" err="1">
                <a:ea typeface="+mn-lt"/>
                <a:cs typeface="+mn-lt"/>
              </a:rPr>
              <a:t>bla</a:t>
            </a:r>
            <a:r>
              <a:rPr lang="en-GB" sz="3600" dirty="0">
                <a:ea typeface="+mn-lt"/>
                <a:cs typeface="+mn-lt"/>
              </a:rPr>
              <a:t>…</a:t>
            </a:r>
            <a:endParaRPr lang="en-GB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C50B39-C6F3-309A-6997-16B71F7EC21D}"/>
              </a:ext>
            </a:extLst>
          </p:cNvPr>
          <p:cNvSpPr/>
          <p:nvPr/>
        </p:nvSpPr>
        <p:spPr>
          <a:xfrm>
            <a:off x="0" y="0"/>
            <a:ext cx="635726" cy="63137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noFill/>
            </a:endParaRPr>
          </a:p>
        </p:txBody>
      </p:sp>
      <p:pic>
        <p:nvPicPr>
          <p:cNvPr id="6" name="Picture 5" descr="A logo with blue dots and black letters&#10;&#10;AI-generated content may be incorrect.">
            <a:extLst>
              <a:ext uri="{FF2B5EF4-FFF2-40B4-BE49-F238E27FC236}">
                <a16:creationId xmlns:a16="http://schemas.microsoft.com/office/drawing/2014/main" id="{F11E2164-2CCC-F9D5-B2C0-0778B76DDA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16"/>
          <a:stretch>
            <a:fillRect/>
          </a:stretch>
        </p:blipFill>
        <p:spPr>
          <a:xfrm>
            <a:off x="9554266" y="0"/>
            <a:ext cx="2578100" cy="1371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E3DECA-F5A1-B9F4-C20A-54256E38FB7F}"/>
              </a:ext>
            </a:extLst>
          </p:cNvPr>
          <p:cNvSpPr txBox="1"/>
          <p:nvPr/>
        </p:nvSpPr>
        <p:spPr>
          <a:xfrm>
            <a:off x="0" y="6396335"/>
            <a:ext cx="67037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dirty="0"/>
              <a:t>x</a:t>
            </a:r>
            <a:r>
              <a:rPr lang="en-GB" noProof="0" dirty="0"/>
              <a:t> </a:t>
            </a:r>
            <a:r>
              <a:rPr lang="en-GB" sz="2400" noProof="0" dirty="0"/>
              <a:t>/ 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827DF4-7B68-8BA3-2049-50B362BB55FF}"/>
              </a:ext>
            </a:extLst>
          </p:cNvPr>
          <p:cNvSpPr txBox="1"/>
          <p:nvPr/>
        </p:nvSpPr>
        <p:spPr>
          <a:xfrm>
            <a:off x="835482" y="3215422"/>
            <a:ext cx="60960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800" b="1" baseline="0" noProof="0" dirty="0" err="1">
                <a:latin typeface="Aptos Display"/>
              </a:rPr>
              <a:t>Prínosy</a:t>
            </a:r>
            <a:r>
              <a:rPr lang="en-GB" sz="4800" b="1" baseline="0" noProof="0" dirty="0">
                <a:latin typeface="Aptos Display"/>
              </a:rPr>
              <a:t> </a:t>
            </a:r>
            <a:r>
              <a:rPr lang="en-GB" sz="4800" b="1" noProof="0" dirty="0" err="1">
                <a:latin typeface="Aptos Display"/>
              </a:rPr>
              <a:t>práce</a:t>
            </a:r>
            <a:r>
              <a:rPr lang="en-GB" sz="4800" b="1" baseline="0" noProof="0" dirty="0">
                <a:latin typeface="Aptos Display"/>
              </a:rPr>
              <a:t>:</a:t>
            </a:r>
            <a:r>
              <a:rPr lang="en-GB" sz="4800" b="1" noProof="0" dirty="0">
                <a:latin typeface="Aptos Display"/>
                <a:ea typeface="Aptos Display"/>
                <a:cs typeface="Aptos Display"/>
              </a:rPr>
              <a:t>​</a:t>
            </a:r>
            <a:endParaRPr lang="en-GB" b="1" noProof="0" dirty="0"/>
          </a:p>
          <a:p>
            <a:pPr algn="ctr"/>
            <a:endParaRPr lang="en-GB" noProof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0B92A3B-236A-D10D-9EBB-3E574FF657A7}"/>
              </a:ext>
            </a:extLst>
          </p:cNvPr>
          <p:cNvSpPr txBox="1">
            <a:spLocks/>
          </p:cNvSpPr>
          <p:nvPr/>
        </p:nvSpPr>
        <p:spPr>
          <a:xfrm>
            <a:off x="1234933" y="4203954"/>
            <a:ext cx="10490200" cy="23616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600" dirty="0" err="1">
                <a:ea typeface="+mn-lt"/>
                <a:cs typeface="+mn-lt"/>
              </a:rPr>
              <a:t>Bla</a:t>
            </a:r>
            <a:r>
              <a:rPr lang="en-GB" sz="3600" dirty="0">
                <a:ea typeface="+mn-lt"/>
                <a:cs typeface="+mn-lt"/>
              </a:rPr>
              <a:t> </a:t>
            </a:r>
            <a:r>
              <a:rPr lang="en-GB" sz="3600" dirty="0" err="1">
                <a:ea typeface="+mn-lt"/>
                <a:cs typeface="+mn-lt"/>
              </a:rPr>
              <a:t>bla</a:t>
            </a:r>
            <a:r>
              <a:rPr lang="en-GB" sz="3600" dirty="0">
                <a:ea typeface="+mn-lt"/>
                <a:cs typeface="+mn-lt"/>
              </a:rPr>
              <a:t> </a:t>
            </a:r>
            <a:r>
              <a:rPr lang="en-GB" sz="3600" dirty="0" err="1">
                <a:ea typeface="+mn-lt"/>
                <a:cs typeface="+mn-lt"/>
              </a:rPr>
              <a:t>bla</a:t>
            </a:r>
            <a:r>
              <a:rPr lang="en-GB" sz="3600" dirty="0">
                <a:ea typeface="+mn-lt"/>
                <a:cs typeface="+mn-lt"/>
              </a:rPr>
              <a:t>…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146600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10E59-D231-F87E-509C-D6871F98F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97607-1A9A-8283-F3D8-2480215BD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noProof="0" dirty="0" err="1">
                <a:ea typeface="+mj-lt"/>
                <a:cs typeface="+mj-lt"/>
              </a:rPr>
              <a:t>Navrhnutá</a:t>
            </a:r>
            <a:r>
              <a:rPr lang="en-GB" sz="4800" b="1" noProof="0" dirty="0">
                <a:ea typeface="+mj-lt"/>
                <a:cs typeface="+mj-lt"/>
              </a:rPr>
              <a:t> </a:t>
            </a:r>
            <a:r>
              <a:rPr lang="en-GB" sz="4800" b="1" noProof="0" dirty="0" err="1">
                <a:ea typeface="+mj-lt"/>
                <a:cs typeface="+mj-lt"/>
              </a:rPr>
              <a:t>architektúra</a:t>
            </a:r>
            <a:r>
              <a:rPr lang="en-GB" sz="4800" b="1" noProof="0" dirty="0">
                <a:ea typeface="+mj-lt"/>
                <a:cs typeface="+mj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F891EA-5987-CE6C-16D2-A16E362D712D}"/>
              </a:ext>
            </a:extLst>
          </p:cNvPr>
          <p:cNvSpPr/>
          <p:nvPr/>
        </p:nvSpPr>
        <p:spPr>
          <a:xfrm>
            <a:off x="0" y="8709"/>
            <a:ext cx="635726" cy="63137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noFill/>
            </a:endParaRPr>
          </a:p>
        </p:txBody>
      </p:sp>
      <p:pic>
        <p:nvPicPr>
          <p:cNvPr id="6" name="Picture 5" descr="A logo with blue dots and black letters&#10;&#10;AI-generated content may be incorrect.">
            <a:extLst>
              <a:ext uri="{FF2B5EF4-FFF2-40B4-BE49-F238E27FC236}">
                <a16:creationId xmlns:a16="http://schemas.microsoft.com/office/drawing/2014/main" id="{9834CF7C-156A-5A1B-095F-159409E714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16"/>
          <a:stretch>
            <a:fillRect/>
          </a:stretch>
        </p:blipFill>
        <p:spPr>
          <a:xfrm>
            <a:off x="9554266" y="0"/>
            <a:ext cx="2578100" cy="1371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7C73B4-50EA-B32E-A1DD-8EB53B63BF8A}"/>
              </a:ext>
            </a:extLst>
          </p:cNvPr>
          <p:cNvSpPr txBox="1"/>
          <p:nvPr/>
        </p:nvSpPr>
        <p:spPr>
          <a:xfrm>
            <a:off x="0" y="6396335"/>
            <a:ext cx="67037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dirty="0"/>
              <a:t>x</a:t>
            </a:r>
            <a:r>
              <a:rPr lang="en-GB" noProof="0" dirty="0"/>
              <a:t> </a:t>
            </a:r>
            <a:r>
              <a:rPr lang="en-GB" sz="2400" noProof="0" dirty="0"/>
              <a:t>/ X</a:t>
            </a:r>
            <a:endParaRPr lang="en-GB" noProof="0" dirty="0"/>
          </a:p>
        </p:txBody>
      </p:sp>
      <p:pic>
        <p:nvPicPr>
          <p:cNvPr id="5" name="Рисунок 4" descr="Ножницы контур">
            <a:extLst>
              <a:ext uri="{FF2B5EF4-FFF2-40B4-BE49-F238E27FC236}">
                <a16:creationId xmlns:a16="http://schemas.microsoft.com/office/drawing/2014/main" id="{C1DCC8BF-E7A9-FAF8-61A0-D62477B065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9857" y="5005075"/>
            <a:ext cx="914400" cy="914400"/>
          </a:xfrm>
          <a:prstGeom prst="rect">
            <a:avLst/>
          </a:prstGeom>
        </p:spPr>
      </p:pic>
      <p:pic>
        <p:nvPicPr>
          <p:cNvPr id="8" name="Рисунок 7" descr="Пошив и ремонт одежды контур">
            <a:extLst>
              <a:ext uri="{FF2B5EF4-FFF2-40B4-BE49-F238E27FC236}">
                <a16:creationId xmlns:a16="http://schemas.microsoft.com/office/drawing/2014/main" id="{7F2843C9-EBBD-6F2B-46AA-114723AD01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21616" y="5007142"/>
            <a:ext cx="914400" cy="9144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484F59-0EFE-95B5-61D3-1B67AB06A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>
                <a:ea typeface="+mn-lt"/>
                <a:cs typeface="+mn-lt"/>
              </a:rPr>
              <a:t>Bla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bla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bla</a:t>
            </a:r>
            <a:r>
              <a:rPr lang="en-GB" dirty="0">
                <a:ea typeface="+mn-lt"/>
                <a:cs typeface="+mn-lt"/>
              </a:rPr>
              <a:t>…</a:t>
            </a:r>
            <a:endParaRPr lang="en-GB" dirty="0"/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617374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2D2C7-EFF4-10F6-F39D-163061684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32389-CADB-2F86-B5F7-65FA73EF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noProof="0" dirty="0" err="1">
                <a:ea typeface="+mj-lt"/>
                <a:cs typeface="+mj-lt"/>
              </a:rPr>
              <a:t>Implementácia</a:t>
            </a:r>
            <a:r>
              <a:rPr lang="en-GB" sz="4800" b="1" noProof="0" dirty="0">
                <a:ea typeface="+mj-lt"/>
                <a:cs typeface="+mj-lt"/>
              </a:rPr>
              <a:t> a </a:t>
            </a:r>
            <a:r>
              <a:rPr lang="en-GB" sz="4800" b="1" noProof="0" dirty="0" err="1">
                <a:ea typeface="+mj-lt"/>
                <a:cs typeface="+mj-lt"/>
              </a:rPr>
              <a:t>technológie</a:t>
            </a:r>
            <a:endParaRPr lang="en-GB" sz="4800" b="1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573E16-C175-EAC5-0A9D-8B548DF3323E}"/>
              </a:ext>
            </a:extLst>
          </p:cNvPr>
          <p:cNvSpPr/>
          <p:nvPr/>
        </p:nvSpPr>
        <p:spPr>
          <a:xfrm>
            <a:off x="0" y="0"/>
            <a:ext cx="635726" cy="63137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noFill/>
            </a:endParaRPr>
          </a:p>
        </p:txBody>
      </p:sp>
      <p:pic>
        <p:nvPicPr>
          <p:cNvPr id="6" name="Picture 5" descr="A logo with blue dots and black letters&#10;&#10;AI-generated content may be incorrect.">
            <a:extLst>
              <a:ext uri="{FF2B5EF4-FFF2-40B4-BE49-F238E27FC236}">
                <a16:creationId xmlns:a16="http://schemas.microsoft.com/office/drawing/2014/main" id="{985086E4-1EBB-12EB-4FE4-3FADEA7F8E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16"/>
          <a:stretch>
            <a:fillRect/>
          </a:stretch>
        </p:blipFill>
        <p:spPr>
          <a:xfrm>
            <a:off x="9554266" y="0"/>
            <a:ext cx="2578100" cy="1371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7EA56B-68D5-90E3-E984-12A63C9B1055}"/>
              </a:ext>
            </a:extLst>
          </p:cNvPr>
          <p:cNvSpPr txBox="1"/>
          <p:nvPr/>
        </p:nvSpPr>
        <p:spPr>
          <a:xfrm>
            <a:off x="0" y="6396335"/>
            <a:ext cx="67037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dirty="0"/>
              <a:t>x</a:t>
            </a:r>
            <a:r>
              <a:rPr lang="en-GB" noProof="0" dirty="0"/>
              <a:t> </a:t>
            </a:r>
            <a:r>
              <a:rPr lang="en-GB" sz="2400" noProof="0" dirty="0"/>
              <a:t>/ X</a:t>
            </a:r>
            <a:endParaRPr lang="en-GB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97D0AA-F1E7-422B-69F7-CD674244FD83}"/>
              </a:ext>
            </a:extLst>
          </p:cNvPr>
          <p:cNvSpPr txBox="1"/>
          <p:nvPr/>
        </p:nvSpPr>
        <p:spPr>
          <a:xfrm>
            <a:off x="1011836" y="1692639"/>
            <a:ext cx="738265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 </a:t>
            </a:r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 </a:t>
            </a:r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…</a:t>
            </a:r>
            <a:endParaRPr lang="en-GB" sz="2400" dirty="0"/>
          </a:p>
          <a:p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3020357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E1163-4A3E-2854-8B6C-70A5DB2CB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89B3-2762-479F-DC1B-EDDCC2868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noProof="0" dirty="0">
                <a:ea typeface="+mj-lt"/>
                <a:cs typeface="+mj-lt"/>
              </a:rPr>
              <a:t>Specific slide for your BP</a:t>
            </a:r>
            <a:endParaRPr lang="en-GB" sz="4800" b="1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B7CE6C-B90D-1B9F-034D-EDAD456206C3}"/>
              </a:ext>
            </a:extLst>
          </p:cNvPr>
          <p:cNvSpPr/>
          <p:nvPr/>
        </p:nvSpPr>
        <p:spPr>
          <a:xfrm>
            <a:off x="0" y="0"/>
            <a:ext cx="635726" cy="63137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noFill/>
            </a:endParaRPr>
          </a:p>
        </p:txBody>
      </p:sp>
      <p:pic>
        <p:nvPicPr>
          <p:cNvPr id="6" name="Picture 5" descr="A logo with blue dots and black letters&#10;&#10;AI-generated content may be incorrect.">
            <a:extLst>
              <a:ext uri="{FF2B5EF4-FFF2-40B4-BE49-F238E27FC236}">
                <a16:creationId xmlns:a16="http://schemas.microsoft.com/office/drawing/2014/main" id="{1391D0D7-EACE-8B00-392A-4987F10E08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16"/>
          <a:stretch>
            <a:fillRect/>
          </a:stretch>
        </p:blipFill>
        <p:spPr>
          <a:xfrm>
            <a:off x="9554266" y="0"/>
            <a:ext cx="2578100" cy="1371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24D7D4-8790-9017-AA24-7D875E04DFDC}"/>
              </a:ext>
            </a:extLst>
          </p:cNvPr>
          <p:cNvSpPr txBox="1"/>
          <p:nvPr/>
        </p:nvSpPr>
        <p:spPr>
          <a:xfrm>
            <a:off x="0" y="6396335"/>
            <a:ext cx="67037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dirty="0"/>
              <a:t>x</a:t>
            </a:r>
            <a:r>
              <a:rPr lang="en-GB" noProof="0" dirty="0"/>
              <a:t> </a:t>
            </a:r>
            <a:r>
              <a:rPr lang="en-GB" sz="2400" noProof="0" dirty="0"/>
              <a:t>/ X</a:t>
            </a:r>
            <a:endParaRPr lang="en-GB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A3FFA3-13EE-3233-6256-679C9CC69319}"/>
              </a:ext>
            </a:extLst>
          </p:cNvPr>
          <p:cNvSpPr txBox="1"/>
          <p:nvPr/>
        </p:nvSpPr>
        <p:spPr>
          <a:xfrm>
            <a:off x="1011836" y="1692639"/>
            <a:ext cx="738265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 </a:t>
            </a:r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 </a:t>
            </a:r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…</a:t>
            </a:r>
            <a:endParaRPr lang="en-GB" sz="2400" dirty="0"/>
          </a:p>
          <a:p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1061964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AAA5D-9BEF-657E-CC84-C96A0CF2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085FC-40B8-29F8-5C72-DB66929E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noProof="0" dirty="0">
                <a:ea typeface="+mj-lt"/>
                <a:cs typeface="+mj-lt"/>
              </a:rPr>
              <a:t>Specific slide for your BP</a:t>
            </a:r>
            <a:endParaRPr lang="en-GB" sz="4800" b="1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474C30-D513-4DAB-5D4D-1AFF135F962B}"/>
              </a:ext>
            </a:extLst>
          </p:cNvPr>
          <p:cNvSpPr/>
          <p:nvPr/>
        </p:nvSpPr>
        <p:spPr>
          <a:xfrm>
            <a:off x="0" y="0"/>
            <a:ext cx="635726" cy="63137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noFill/>
            </a:endParaRPr>
          </a:p>
        </p:txBody>
      </p:sp>
      <p:pic>
        <p:nvPicPr>
          <p:cNvPr id="6" name="Picture 5" descr="A logo with blue dots and black letters&#10;&#10;AI-generated content may be incorrect.">
            <a:extLst>
              <a:ext uri="{FF2B5EF4-FFF2-40B4-BE49-F238E27FC236}">
                <a16:creationId xmlns:a16="http://schemas.microsoft.com/office/drawing/2014/main" id="{AB312DCF-6316-A170-15A7-C3347618F2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16"/>
          <a:stretch>
            <a:fillRect/>
          </a:stretch>
        </p:blipFill>
        <p:spPr>
          <a:xfrm>
            <a:off x="9554266" y="0"/>
            <a:ext cx="2578100" cy="1371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663BC4-03C7-7908-A1D8-B8E6E47731B7}"/>
              </a:ext>
            </a:extLst>
          </p:cNvPr>
          <p:cNvSpPr txBox="1"/>
          <p:nvPr/>
        </p:nvSpPr>
        <p:spPr>
          <a:xfrm>
            <a:off x="0" y="6396335"/>
            <a:ext cx="67037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dirty="0"/>
              <a:t>x</a:t>
            </a:r>
            <a:r>
              <a:rPr lang="en-GB" noProof="0" dirty="0"/>
              <a:t> </a:t>
            </a:r>
            <a:r>
              <a:rPr lang="en-GB" sz="2400" noProof="0" dirty="0"/>
              <a:t>/ X</a:t>
            </a:r>
            <a:endParaRPr lang="en-GB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A904A4-7FC2-5B0D-99DD-1FEEE87B1844}"/>
              </a:ext>
            </a:extLst>
          </p:cNvPr>
          <p:cNvSpPr txBox="1"/>
          <p:nvPr/>
        </p:nvSpPr>
        <p:spPr>
          <a:xfrm>
            <a:off x="1011836" y="1692639"/>
            <a:ext cx="738265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 </a:t>
            </a:r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 </a:t>
            </a:r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…</a:t>
            </a:r>
            <a:endParaRPr lang="en-GB" sz="2400" dirty="0"/>
          </a:p>
          <a:p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1285222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4ECE9-F0F1-2B9F-8118-1C9D73791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D1FAC-F92D-7B0F-CDFE-C0F29DF14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noProof="0" dirty="0">
                <a:ea typeface="+mj-lt"/>
                <a:cs typeface="+mj-lt"/>
              </a:rPr>
              <a:t>Specific slide for your BP</a:t>
            </a:r>
            <a:endParaRPr lang="en-GB" sz="4800" b="1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7A18D9-6B41-D3E1-FCCD-02536F73DB22}"/>
              </a:ext>
            </a:extLst>
          </p:cNvPr>
          <p:cNvSpPr/>
          <p:nvPr/>
        </p:nvSpPr>
        <p:spPr>
          <a:xfrm>
            <a:off x="0" y="0"/>
            <a:ext cx="635726" cy="63137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noFill/>
            </a:endParaRPr>
          </a:p>
        </p:txBody>
      </p:sp>
      <p:pic>
        <p:nvPicPr>
          <p:cNvPr id="6" name="Picture 5" descr="A logo with blue dots and black letters&#10;&#10;AI-generated content may be incorrect.">
            <a:extLst>
              <a:ext uri="{FF2B5EF4-FFF2-40B4-BE49-F238E27FC236}">
                <a16:creationId xmlns:a16="http://schemas.microsoft.com/office/drawing/2014/main" id="{221310F5-2ADD-8ACD-C478-6E9CD84C53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16"/>
          <a:stretch>
            <a:fillRect/>
          </a:stretch>
        </p:blipFill>
        <p:spPr>
          <a:xfrm>
            <a:off x="9554266" y="0"/>
            <a:ext cx="2578100" cy="1371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898978-4D21-27E0-3D37-443193AF78D1}"/>
              </a:ext>
            </a:extLst>
          </p:cNvPr>
          <p:cNvSpPr txBox="1"/>
          <p:nvPr/>
        </p:nvSpPr>
        <p:spPr>
          <a:xfrm>
            <a:off x="0" y="6396335"/>
            <a:ext cx="67037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dirty="0"/>
              <a:t>x</a:t>
            </a:r>
            <a:r>
              <a:rPr lang="en-GB" noProof="0" dirty="0"/>
              <a:t> </a:t>
            </a:r>
            <a:r>
              <a:rPr lang="en-GB" sz="2400" noProof="0" dirty="0"/>
              <a:t>/ X</a:t>
            </a:r>
            <a:endParaRPr lang="en-GB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2C8DA-7784-E645-E654-3E57AABCC255}"/>
              </a:ext>
            </a:extLst>
          </p:cNvPr>
          <p:cNvSpPr txBox="1"/>
          <p:nvPr/>
        </p:nvSpPr>
        <p:spPr>
          <a:xfrm>
            <a:off x="1011836" y="1692639"/>
            <a:ext cx="738265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 </a:t>
            </a:r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 </a:t>
            </a:r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…</a:t>
            </a:r>
            <a:endParaRPr lang="en-GB" sz="2400" dirty="0"/>
          </a:p>
          <a:p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359240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C935-BB74-EE11-656A-718DA7C5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96620-6DF1-89C7-52C4-544AFEBE4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noProof="0" dirty="0" err="1">
                <a:ea typeface="+mj-lt"/>
                <a:cs typeface="+mj-lt"/>
              </a:rPr>
              <a:t>Výsledky</a:t>
            </a:r>
            <a:endParaRPr lang="en-GB" sz="3600" b="1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2358F-7BA7-A28F-2916-2EF0E40D0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446"/>
            <a:ext cx="10515600" cy="457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 </a:t>
            </a:r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 </a:t>
            </a:r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…</a:t>
            </a:r>
            <a:endParaRPr lang="en-GB" sz="2400" dirty="0"/>
          </a:p>
          <a:p>
            <a:pPr marL="0" indent="0">
              <a:buNone/>
            </a:pPr>
            <a:endParaRPr lang="en-GB" sz="24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B9814F-35DF-5C14-F282-8FB6991B191A}"/>
              </a:ext>
            </a:extLst>
          </p:cNvPr>
          <p:cNvSpPr/>
          <p:nvPr/>
        </p:nvSpPr>
        <p:spPr>
          <a:xfrm>
            <a:off x="0" y="0"/>
            <a:ext cx="635726" cy="63137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noFill/>
            </a:endParaRPr>
          </a:p>
        </p:txBody>
      </p:sp>
      <p:pic>
        <p:nvPicPr>
          <p:cNvPr id="6" name="Picture 5" descr="A logo with blue dots and black letters&#10;&#10;AI-generated content may be incorrect.">
            <a:extLst>
              <a:ext uri="{FF2B5EF4-FFF2-40B4-BE49-F238E27FC236}">
                <a16:creationId xmlns:a16="http://schemas.microsoft.com/office/drawing/2014/main" id="{E9F3913C-2384-9862-2E08-FC3A7ECDFD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16"/>
          <a:stretch>
            <a:fillRect/>
          </a:stretch>
        </p:blipFill>
        <p:spPr>
          <a:xfrm>
            <a:off x="9554266" y="0"/>
            <a:ext cx="2578100" cy="1371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6F5271-A755-0976-FCAD-857E2686514D}"/>
              </a:ext>
            </a:extLst>
          </p:cNvPr>
          <p:cNvSpPr txBox="1"/>
          <p:nvPr/>
        </p:nvSpPr>
        <p:spPr>
          <a:xfrm>
            <a:off x="0" y="6396335"/>
            <a:ext cx="67037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dirty="0"/>
              <a:t>x</a:t>
            </a:r>
            <a:r>
              <a:rPr lang="en-GB" noProof="0" dirty="0"/>
              <a:t> </a:t>
            </a:r>
            <a:r>
              <a:rPr lang="en-GB" sz="2400" noProof="0" dirty="0"/>
              <a:t>/ X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41451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05315-1201-1948-7C69-860E11F9A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2F7A7-C98A-E234-8BE2-B75F3EF59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noProof="0" dirty="0" err="1">
                <a:ea typeface="+mj-lt"/>
                <a:cs typeface="+mj-lt"/>
              </a:rPr>
              <a:t>Diskusia</a:t>
            </a:r>
            <a:endParaRPr lang="en-GB" sz="3600" b="1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AB3E3-587A-BE6D-72FC-6BCB1464D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446"/>
            <a:ext cx="10515600" cy="457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 </a:t>
            </a:r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 </a:t>
            </a:r>
            <a:r>
              <a:rPr lang="en-GB" sz="2400" dirty="0" err="1">
                <a:ea typeface="+mn-lt"/>
                <a:cs typeface="+mn-lt"/>
              </a:rPr>
              <a:t>bla</a:t>
            </a:r>
            <a:r>
              <a:rPr lang="en-GB" sz="2400" dirty="0">
                <a:ea typeface="+mn-lt"/>
                <a:cs typeface="+mn-lt"/>
              </a:rPr>
              <a:t>…</a:t>
            </a:r>
            <a:endParaRPr lang="en-GB" sz="2400" dirty="0"/>
          </a:p>
          <a:p>
            <a:pPr marL="0" indent="0">
              <a:buNone/>
            </a:pPr>
            <a:endParaRPr lang="en-GB" sz="24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92FA31-4DB1-2171-7344-D0DB88F7C6DB}"/>
              </a:ext>
            </a:extLst>
          </p:cNvPr>
          <p:cNvSpPr/>
          <p:nvPr/>
        </p:nvSpPr>
        <p:spPr>
          <a:xfrm>
            <a:off x="0" y="0"/>
            <a:ext cx="635726" cy="63137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noFill/>
            </a:endParaRPr>
          </a:p>
        </p:txBody>
      </p:sp>
      <p:pic>
        <p:nvPicPr>
          <p:cNvPr id="6" name="Picture 5" descr="A logo with blue dots and black letters&#10;&#10;AI-generated content may be incorrect.">
            <a:extLst>
              <a:ext uri="{FF2B5EF4-FFF2-40B4-BE49-F238E27FC236}">
                <a16:creationId xmlns:a16="http://schemas.microsoft.com/office/drawing/2014/main" id="{8DA03026-6B68-087B-0804-838384106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16"/>
          <a:stretch>
            <a:fillRect/>
          </a:stretch>
        </p:blipFill>
        <p:spPr>
          <a:xfrm>
            <a:off x="9554266" y="0"/>
            <a:ext cx="2578100" cy="1371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7531C6-A3E2-7255-4045-4C0EAE9F5F42}"/>
              </a:ext>
            </a:extLst>
          </p:cNvPr>
          <p:cNvSpPr txBox="1"/>
          <p:nvPr/>
        </p:nvSpPr>
        <p:spPr>
          <a:xfrm>
            <a:off x="0" y="6396335"/>
            <a:ext cx="67037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dirty="0"/>
              <a:t>x</a:t>
            </a:r>
            <a:r>
              <a:rPr lang="en-GB" noProof="0" dirty="0"/>
              <a:t> </a:t>
            </a:r>
            <a:r>
              <a:rPr lang="en-GB" sz="2400" noProof="0" dirty="0"/>
              <a:t>/ X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77163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4A6ED-F60F-BD48-9C27-C6A5F7730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F1A9F-E899-1E47-1D51-438A2FC81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b="1" noProof="0" dirty="0" err="1">
                <a:ea typeface="+mj-lt"/>
                <a:cs typeface="+mj-lt"/>
              </a:rPr>
              <a:t>Záver</a:t>
            </a:r>
            <a:endParaRPr lang="en-GB" sz="5400" b="1" noProof="0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80716-AC44-E6BE-1A33-8A0D7A6F3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 err="1">
                <a:ea typeface="+mn-lt"/>
                <a:cs typeface="+mn-lt"/>
              </a:rPr>
              <a:t>Bla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bla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bla</a:t>
            </a:r>
            <a:r>
              <a:rPr lang="en-GB" dirty="0">
                <a:ea typeface="+mn-lt"/>
                <a:cs typeface="+mn-lt"/>
              </a:rPr>
              <a:t>…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5629B0-DF47-7F99-8074-C3EB0C832215}"/>
              </a:ext>
            </a:extLst>
          </p:cNvPr>
          <p:cNvSpPr/>
          <p:nvPr/>
        </p:nvSpPr>
        <p:spPr>
          <a:xfrm>
            <a:off x="0" y="0"/>
            <a:ext cx="635726" cy="63137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noFill/>
            </a:endParaRPr>
          </a:p>
        </p:txBody>
      </p:sp>
      <p:pic>
        <p:nvPicPr>
          <p:cNvPr id="6" name="Picture 5" descr="A logo with blue dots and black letters&#10;&#10;AI-generated content may be incorrect.">
            <a:extLst>
              <a:ext uri="{FF2B5EF4-FFF2-40B4-BE49-F238E27FC236}">
                <a16:creationId xmlns:a16="http://schemas.microsoft.com/office/drawing/2014/main" id="{66D117E0-EF66-175C-DEFC-332E663E5A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16"/>
          <a:stretch>
            <a:fillRect/>
          </a:stretch>
        </p:blipFill>
        <p:spPr>
          <a:xfrm>
            <a:off x="9554266" y="0"/>
            <a:ext cx="2578100" cy="1371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326536-F439-DDE9-0F1B-705107A3A91F}"/>
              </a:ext>
            </a:extLst>
          </p:cNvPr>
          <p:cNvSpPr txBox="1"/>
          <p:nvPr/>
        </p:nvSpPr>
        <p:spPr>
          <a:xfrm>
            <a:off x="0" y="6396335"/>
            <a:ext cx="67037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noProof="0" dirty="0"/>
              <a:t>x </a:t>
            </a:r>
            <a:r>
              <a:rPr lang="en-GB" sz="2400" noProof="0" dirty="0"/>
              <a:t>/ X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42414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A12E3-D43F-1C10-5E37-2C890B94A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BCD62-17F7-59E6-F564-911036662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0001"/>
            <a:ext cx="10515600" cy="1325563"/>
          </a:xfrm>
        </p:spPr>
        <p:txBody>
          <a:bodyPr>
            <a:normAutofit/>
          </a:bodyPr>
          <a:lstStyle/>
          <a:p>
            <a:r>
              <a:rPr lang="en-GB" sz="4900" b="1" noProof="0" dirty="0" err="1">
                <a:ea typeface="+mj-lt"/>
                <a:cs typeface="+mj-lt"/>
              </a:rPr>
              <a:t>Oponent</a:t>
            </a:r>
            <a:r>
              <a:rPr lang="en-GB" sz="4900" b="1" noProof="0" dirty="0">
                <a:ea typeface="+mj-lt"/>
                <a:cs typeface="+mj-lt"/>
              </a:rPr>
              <a:t> questions here</a:t>
            </a:r>
            <a:endParaRPr lang="en-GB" sz="4000" noProof="0" dirty="0"/>
          </a:p>
        </p:txBody>
      </p:sp>
      <p:pic>
        <p:nvPicPr>
          <p:cNvPr id="6" name="Picture 5" descr="A logo with blue dots and black letters&#10;&#10;AI-generated content may be incorrect.">
            <a:extLst>
              <a:ext uri="{FF2B5EF4-FFF2-40B4-BE49-F238E27FC236}">
                <a16:creationId xmlns:a16="http://schemas.microsoft.com/office/drawing/2014/main" id="{2BE99854-E0FB-9F23-0BCE-605EC82244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16"/>
          <a:stretch>
            <a:fillRect/>
          </a:stretch>
        </p:blipFill>
        <p:spPr>
          <a:xfrm>
            <a:off x="9616217" y="5488878"/>
            <a:ext cx="2578100" cy="1371600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9483C7C6-271A-4A4F-031E-8B1130390BA2}"/>
              </a:ext>
            </a:extLst>
          </p:cNvPr>
          <p:cNvSpPr/>
          <p:nvPr/>
        </p:nvSpPr>
        <p:spPr>
          <a:xfrm>
            <a:off x="0" y="0"/>
            <a:ext cx="635726" cy="63137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noFill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9F5DD-E07F-329A-2D72-401C7EF0ED4F}"/>
              </a:ext>
            </a:extLst>
          </p:cNvPr>
          <p:cNvSpPr txBox="1"/>
          <p:nvPr/>
        </p:nvSpPr>
        <p:spPr>
          <a:xfrm>
            <a:off x="64265" y="6396335"/>
            <a:ext cx="684803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2400" noProof="0" dirty="0"/>
              <a:t>X+1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469F3F-8519-5623-3AA1-33DBDC9F88F0}"/>
              </a:ext>
            </a:extLst>
          </p:cNvPr>
          <p:cNvSpPr txBox="1"/>
          <p:nvPr/>
        </p:nvSpPr>
        <p:spPr>
          <a:xfrm>
            <a:off x="3329697" y="3059668"/>
            <a:ext cx="5532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/>
              <a:t>Also you can write short answer for the question here</a:t>
            </a:r>
          </a:p>
        </p:txBody>
      </p:sp>
    </p:spTree>
    <p:extLst>
      <p:ext uri="{BB962C8B-B14F-4D97-AF65-F5344CB8AC3E}">
        <p14:creationId xmlns:p14="http://schemas.microsoft.com/office/powerpoint/2010/main" val="246858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88BAA-2CD7-0C1C-F571-03E1FA208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BDEBA8-A0FC-24E8-9396-1D5BC2EBD10A}"/>
              </a:ext>
            </a:extLst>
          </p:cNvPr>
          <p:cNvSpPr/>
          <p:nvPr/>
        </p:nvSpPr>
        <p:spPr>
          <a:xfrm>
            <a:off x="0" y="0"/>
            <a:ext cx="635726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noFill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461163-AECF-BC98-019A-895A54E5A422}"/>
              </a:ext>
            </a:extLst>
          </p:cNvPr>
          <p:cNvSpPr txBox="1"/>
          <p:nvPr/>
        </p:nvSpPr>
        <p:spPr>
          <a:xfrm>
            <a:off x="2293189" y="71887"/>
            <a:ext cx="9072112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b="1" noProof="0" dirty="0">
                <a:latin typeface="Aptos"/>
              </a:rPr>
              <a:t>Sub-slides for images or info</a:t>
            </a:r>
            <a:endParaRPr lang="en-GB" noProof="0" dirty="0"/>
          </a:p>
          <a:p>
            <a:pPr algn="ctr"/>
            <a:endParaRPr lang="en-GB" noProof="0" dirty="0"/>
          </a:p>
        </p:txBody>
      </p:sp>
      <p:pic>
        <p:nvPicPr>
          <p:cNvPr id="6" name="Picture 5" descr="A logo with blue dots and black letters&#10;&#10;AI-generated content may be incorrect.">
            <a:extLst>
              <a:ext uri="{FF2B5EF4-FFF2-40B4-BE49-F238E27FC236}">
                <a16:creationId xmlns:a16="http://schemas.microsoft.com/office/drawing/2014/main" id="{383014AE-F905-D885-22AD-CC5021DFF7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716"/>
          <a:stretch>
            <a:fillRect/>
          </a:stretch>
        </p:blipFill>
        <p:spPr>
          <a:xfrm>
            <a:off x="9616217" y="5488878"/>
            <a:ext cx="2578100" cy="1371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CFBFA1-E5EB-D6C0-8B44-0B296385206C}"/>
              </a:ext>
            </a:extLst>
          </p:cNvPr>
          <p:cNvSpPr txBox="1"/>
          <p:nvPr/>
        </p:nvSpPr>
        <p:spPr>
          <a:xfrm>
            <a:off x="4874671" y="2934270"/>
            <a:ext cx="1954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Image or text </a:t>
            </a:r>
            <a:r>
              <a:rPr lang="sk-SK" dirty="0" err="1"/>
              <a:t>here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103175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173</Words>
  <Application>Microsoft Macintosh PowerPoint</Application>
  <PresentationFormat>Widescreen</PresentationFormat>
  <Paragraphs>58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BP NAME</vt:lpstr>
      <vt:lpstr>Definícia problému</vt:lpstr>
      <vt:lpstr>Ciele práce</vt:lpstr>
      <vt:lpstr>Navrhované riešenie: </vt:lpstr>
      <vt:lpstr>Navrhnutá architektúra </vt:lpstr>
      <vt:lpstr>Implementácia a technológie</vt:lpstr>
      <vt:lpstr>Specific slide for your BP</vt:lpstr>
      <vt:lpstr>Specific slide for your BP</vt:lpstr>
      <vt:lpstr>Specific slide for your BP</vt:lpstr>
      <vt:lpstr>Výsledky</vt:lpstr>
      <vt:lpstr>Diskusia</vt:lpstr>
      <vt:lpstr>Záver</vt:lpstr>
      <vt:lpstr>Oponent questions here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Nazar Meredov</dc:creator>
  <cp:lastModifiedBy>Nazar Meredov</cp:lastModifiedBy>
  <cp:revision>16</cp:revision>
  <dcterms:created xsi:type="dcterms:W3CDTF">2026-01-04T22:44:05Z</dcterms:created>
  <dcterms:modified xsi:type="dcterms:W3CDTF">2026-02-07T00:02:55Z</dcterms:modified>
</cp:coreProperties>
</file>